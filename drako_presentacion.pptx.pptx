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  <p:embeddedFont>
      <p:font typeface="Calibri (MS) Italics" charset="1" panose="020F05020202040A0204"/>
      <p:regular r:id="rId18"/>
    </p:embeddedFont>
    <p:embeddedFont>
      <p:font typeface="Courier New" charset="1" panose="020703090202050204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Mencionar: WiFi connection falta en el código actual. Sin WLAN el ESP32 no puede hacer HTTP POST. Agregar network.WLAN antes de la defensa.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1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Relationship Id="rId4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80960" cy="10287000"/>
            <a:chOff x="0" y="0"/>
            <a:chExt cx="102412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412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7680960" cy="1005840"/>
            <a:chOff x="0" y="0"/>
            <a:chExt cx="102412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1280160"/>
            <a:ext cx="6583680" cy="2194560"/>
            <a:chOff x="0" y="0"/>
            <a:chExt cx="8778240" cy="2926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78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19075"/>
              <a:ext cx="8778240" cy="3145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DRAKO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" y="3383280"/>
            <a:ext cx="6583680" cy="1097280"/>
            <a:chOff x="0" y="0"/>
            <a:chExt cx="877824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78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7782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BFDB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Robot Autónomo IoT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4663440"/>
            <a:ext cx="6583680" cy="1645920"/>
            <a:chOff x="0" y="0"/>
            <a:chExt cx="8778240" cy="219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877824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93C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Esquiva obstáculos con visión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93C5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multi-sensor en tiempo real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" y="6675120"/>
            <a:ext cx="1371600" cy="1371600"/>
            <a:chOff x="0" y="0"/>
            <a:chExt cx="1828800" cy="18288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8321040"/>
            <a:ext cx="6583680" cy="914400"/>
            <a:chOff x="0" y="0"/>
            <a:chExt cx="877824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78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7782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BFDBF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ESP32 + Node.js + React + Supabase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44800" y="6949440"/>
            <a:ext cx="2743200" cy="2743200"/>
            <a:chOff x="0" y="0"/>
            <a:chExt cx="3657600" cy="365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093440" y="7534656"/>
            <a:ext cx="1645920" cy="1645920"/>
            <a:chOff x="0" y="0"/>
            <a:chExt cx="2194560" cy="2194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CFFAF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0" y="2852714"/>
            <a:ext cx="5441831" cy="5267373"/>
            <a:chOff x="0" y="0"/>
            <a:chExt cx="3901440" cy="37763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01440" cy="3776365"/>
            </a:xfrm>
            <a:custGeom>
              <a:avLst/>
              <a:gdLst/>
              <a:ahLst/>
              <a:cxnLst/>
              <a:rect r="r" b="b" t="t" l="l"/>
              <a:pathLst>
                <a:path h="377636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776365"/>
                  </a:lnTo>
                  <a:lnTo>
                    <a:pt x="0" y="3776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" r="0" b="7341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3901440" cy="385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Grupo Pin-8</a:t>
              </a:r>
            </a:p>
            <a:p>
              <a:pPr algn="l">
                <a:lnSpc>
                  <a:spcPts val="3839"/>
                </a:lnSpc>
              </a:pPr>
            </a:p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Integrantes:</a:t>
              </a:r>
            </a:p>
            <a:p>
              <a:pPr algn="l" marL="690874" indent="-345437" lvl="1">
                <a:lnSpc>
                  <a:spcPts val="3839"/>
                </a:lnSpc>
                <a:buFont typeface="Arial"/>
                <a:buChar char="•"/>
              </a:pPr>
              <a:r>
                <a:rPr lang="en-US" b="true" sz="3199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Christian Coronel Condori</a:t>
              </a:r>
            </a:p>
            <a:p>
              <a:pPr algn="l" marL="690874" indent="-345437" lvl="1">
                <a:lnSpc>
                  <a:spcPts val="3839"/>
                </a:lnSpc>
                <a:buFont typeface="Arial"/>
                <a:buChar char="•"/>
              </a:pPr>
              <a:r>
                <a:rPr lang="en-US" b="true" sz="3199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Leonardo Delgado Medrano</a:t>
              </a:r>
            </a:p>
            <a:p>
              <a:pPr algn="l" marL="690874" indent="-345437" lvl="1">
                <a:lnSpc>
                  <a:spcPts val="3839"/>
                </a:lnSpc>
                <a:buFont typeface="Arial"/>
                <a:buChar char="•"/>
              </a:pPr>
              <a:r>
                <a:rPr lang="en-US" b="true" sz="3199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Alan Flores Campos</a:t>
              </a:r>
            </a:p>
            <a:p>
              <a:pPr algn="l" marL="690874" indent="-345437" lvl="1">
                <a:lnSpc>
                  <a:spcPts val="3839"/>
                </a:lnSpc>
                <a:buFont typeface="Arial"/>
                <a:buChar char="•"/>
              </a:pPr>
              <a:r>
                <a:rPr lang="en-US" b="true" sz="3199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Marvin Mollo Ramirez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645920"/>
            <a:ext cx="18288000" cy="146304"/>
            <a:chOff x="0" y="0"/>
            <a:chExt cx="24384000" cy="19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274320"/>
            <a:ext cx="1005840" cy="1005840"/>
            <a:chOff x="0" y="0"/>
            <a:chExt cx="1341120" cy="134112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28800" y="219456"/>
            <a:ext cx="13716000" cy="1188720"/>
            <a:chOff x="0" y="0"/>
            <a:chExt cx="1828800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82880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P1 — Diseño del Circuito del Nodo IoT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2103120"/>
            <a:ext cx="8229600" cy="640080"/>
            <a:chOff x="0" y="0"/>
            <a:chExt cx="1097280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COMPONENTES HARDWARE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2926080"/>
            <a:ext cx="8046720" cy="841248"/>
            <a:chOff x="0" y="0"/>
            <a:chExt cx="10728960" cy="11216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2896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7289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82656" y="0"/>
                  </a:lnTo>
                  <a:cubicBezTo>
                    <a:pt x="10663428" y="0"/>
                    <a:pt x="10728961" y="65532"/>
                    <a:pt x="10728961" y="146304"/>
                  </a:cubicBezTo>
                  <a:lnTo>
                    <a:pt x="10728961" y="975360"/>
                  </a:lnTo>
                  <a:cubicBezTo>
                    <a:pt x="10728961" y="1056132"/>
                    <a:pt x="10663428" y="1121664"/>
                    <a:pt x="10582656" y="1121664"/>
                  </a:cubicBezTo>
                  <a:lnTo>
                    <a:pt x="146304" y="1121664"/>
                  </a:lnTo>
                  <a:cubicBezTo>
                    <a:pt x="65532" y="1121664"/>
                    <a:pt x="0" y="1056132"/>
                    <a:pt x="0" y="975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21792" y="3035808"/>
            <a:ext cx="146304" cy="621792"/>
            <a:chOff x="0" y="0"/>
            <a:chExt cx="195072" cy="8290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072" cy="829056"/>
            </a:xfrm>
            <a:custGeom>
              <a:avLst/>
              <a:gdLst/>
              <a:ahLst/>
              <a:cxnLst/>
              <a:rect r="r" b="b" t="t" l="l"/>
              <a:pathLst>
                <a:path h="829056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lnTo>
                    <a:pt x="195072" y="731520"/>
                  </a:lnTo>
                  <a:cubicBezTo>
                    <a:pt x="195072" y="785368"/>
                    <a:pt x="151384" y="829056"/>
                    <a:pt x="97536" y="829056"/>
                  </a:cubicBezTo>
                  <a:cubicBezTo>
                    <a:pt x="43688" y="829056"/>
                    <a:pt x="0" y="785368"/>
                    <a:pt x="0" y="7315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0976" y="2999232"/>
            <a:ext cx="2926080" cy="365760"/>
            <a:chOff x="0" y="0"/>
            <a:chExt cx="3901440" cy="487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01440" cy="487680"/>
            </a:xfrm>
            <a:custGeom>
              <a:avLst/>
              <a:gdLst/>
              <a:ahLst/>
              <a:cxnLst/>
              <a:rect r="r" b="b" t="t" l="l"/>
              <a:pathLst>
                <a:path h="4876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901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ESP32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0976" y="3328416"/>
            <a:ext cx="5120640" cy="329184"/>
            <a:chOff x="0" y="0"/>
            <a:chExt cx="6827520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438912"/>
            </a:xfrm>
            <a:custGeom>
              <a:avLst/>
              <a:gdLst/>
              <a:ahLst/>
              <a:cxnLst/>
              <a:rect r="r" b="b" t="t" l="l"/>
              <a:pathLst>
                <a:path h="4389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827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Microcontrolador principal (CPU + WiFi)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217920" y="3108960"/>
            <a:ext cx="2286000" cy="475488"/>
            <a:chOff x="0" y="0"/>
            <a:chExt cx="3048000" cy="6339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0" cy="633984"/>
            </a:xfrm>
            <a:custGeom>
              <a:avLst/>
              <a:gdLst/>
              <a:ahLst/>
              <a:cxnLst/>
              <a:rect r="r" b="b" t="t" l="l"/>
              <a:pathLst>
                <a:path h="633984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78" r="0" b="-4367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0480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48640" y="3877056"/>
            <a:ext cx="8046720" cy="841248"/>
            <a:chOff x="0" y="0"/>
            <a:chExt cx="10728960" cy="11216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2896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7289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82656" y="0"/>
                  </a:lnTo>
                  <a:cubicBezTo>
                    <a:pt x="10663428" y="0"/>
                    <a:pt x="10728961" y="65532"/>
                    <a:pt x="10728961" y="146304"/>
                  </a:cubicBezTo>
                  <a:lnTo>
                    <a:pt x="10728961" y="975360"/>
                  </a:lnTo>
                  <a:cubicBezTo>
                    <a:pt x="10728961" y="1056132"/>
                    <a:pt x="10663428" y="1121664"/>
                    <a:pt x="10582656" y="1121664"/>
                  </a:cubicBezTo>
                  <a:lnTo>
                    <a:pt x="146304" y="1121664"/>
                  </a:lnTo>
                  <a:cubicBezTo>
                    <a:pt x="65532" y="1121664"/>
                    <a:pt x="0" y="1056132"/>
                    <a:pt x="0" y="975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21792" y="3986784"/>
            <a:ext cx="146304" cy="621792"/>
            <a:chOff x="0" y="0"/>
            <a:chExt cx="195072" cy="8290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5072" cy="829056"/>
            </a:xfrm>
            <a:custGeom>
              <a:avLst/>
              <a:gdLst/>
              <a:ahLst/>
              <a:cxnLst/>
              <a:rect r="r" b="b" t="t" l="l"/>
              <a:pathLst>
                <a:path h="829056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lnTo>
                    <a:pt x="195072" y="731520"/>
                  </a:lnTo>
                  <a:cubicBezTo>
                    <a:pt x="195072" y="785368"/>
                    <a:pt x="151384" y="829056"/>
                    <a:pt x="97536" y="829056"/>
                  </a:cubicBezTo>
                  <a:cubicBezTo>
                    <a:pt x="43688" y="829056"/>
                    <a:pt x="0" y="785368"/>
                    <a:pt x="0" y="73152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0976" y="3950208"/>
            <a:ext cx="2926080" cy="365760"/>
            <a:chOff x="0" y="0"/>
            <a:chExt cx="3901440" cy="487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01440" cy="487680"/>
            </a:xfrm>
            <a:custGeom>
              <a:avLst/>
              <a:gdLst/>
              <a:ahLst/>
              <a:cxnLst/>
              <a:rect r="r" b="b" t="t" l="l"/>
              <a:pathLst>
                <a:path h="4876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901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HC-SR04 Fijo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0976" y="4279392"/>
            <a:ext cx="5120640" cy="329184"/>
            <a:chOff x="0" y="0"/>
            <a:chExt cx="6827520" cy="4389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438912"/>
            </a:xfrm>
            <a:custGeom>
              <a:avLst/>
              <a:gdLst/>
              <a:ahLst/>
              <a:cxnLst/>
              <a:rect r="r" b="b" t="t" l="l"/>
              <a:pathLst>
                <a:path h="4389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827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Ultrasonido frontal fijo · TRIG=16, ECHO=17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217920" y="4059936"/>
            <a:ext cx="2286000" cy="475488"/>
            <a:chOff x="0" y="0"/>
            <a:chExt cx="3048000" cy="6339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48000" cy="633984"/>
            </a:xfrm>
            <a:custGeom>
              <a:avLst/>
              <a:gdLst/>
              <a:ahLst/>
              <a:cxnLst/>
              <a:rect r="r" b="b" t="t" l="l"/>
              <a:pathLst>
                <a:path h="633984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78" r="0" b="-4367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30480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DANGER: 85cm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48640" y="4828032"/>
            <a:ext cx="8046720" cy="841248"/>
            <a:chOff x="0" y="0"/>
            <a:chExt cx="10728960" cy="11216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2896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7289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82656" y="0"/>
                  </a:lnTo>
                  <a:cubicBezTo>
                    <a:pt x="10663428" y="0"/>
                    <a:pt x="10728961" y="65532"/>
                    <a:pt x="10728961" y="146304"/>
                  </a:cubicBezTo>
                  <a:lnTo>
                    <a:pt x="10728961" y="975360"/>
                  </a:lnTo>
                  <a:cubicBezTo>
                    <a:pt x="10728961" y="1056132"/>
                    <a:pt x="10663428" y="1121664"/>
                    <a:pt x="10582656" y="1121664"/>
                  </a:cubicBezTo>
                  <a:lnTo>
                    <a:pt x="146304" y="1121664"/>
                  </a:lnTo>
                  <a:cubicBezTo>
                    <a:pt x="65532" y="1121664"/>
                    <a:pt x="0" y="1056132"/>
                    <a:pt x="0" y="975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21792" y="4937760"/>
            <a:ext cx="146304" cy="621792"/>
            <a:chOff x="0" y="0"/>
            <a:chExt cx="195072" cy="8290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5072" cy="829056"/>
            </a:xfrm>
            <a:custGeom>
              <a:avLst/>
              <a:gdLst/>
              <a:ahLst/>
              <a:cxnLst/>
              <a:rect r="r" b="b" t="t" l="l"/>
              <a:pathLst>
                <a:path h="829056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lnTo>
                    <a:pt x="195072" y="731520"/>
                  </a:lnTo>
                  <a:cubicBezTo>
                    <a:pt x="195072" y="785368"/>
                    <a:pt x="151384" y="829056"/>
                    <a:pt x="97536" y="829056"/>
                  </a:cubicBezTo>
                  <a:cubicBezTo>
                    <a:pt x="43688" y="829056"/>
                    <a:pt x="0" y="785368"/>
                    <a:pt x="0" y="73152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50976" y="4901184"/>
            <a:ext cx="2926080" cy="365760"/>
            <a:chOff x="0" y="0"/>
            <a:chExt cx="3901440" cy="4876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01440" cy="487680"/>
            </a:xfrm>
            <a:custGeom>
              <a:avLst/>
              <a:gdLst/>
              <a:ahLst/>
              <a:cxnLst/>
              <a:rect r="r" b="b" t="t" l="l"/>
              <a:pathLst>
                <a:path h="4876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901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HC-SR04 Móvil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50976" y="5230368"/>
            <a:ext cx="5120640" cy="329184"/>
            <a:chOff x="0" y="0"/>
            <a:chExt cx="6827520" cy="4389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27520" cy="438912"/>
            </a:xfrm>
            <a:custGeom>
              <a:avLst/>
              <a:gdLst/>
              <a:ahLst/>
              <a:cxnLst/>
              <a:rect r="r" b="b" t="t" l="l"/>
              <a:pathLst>
                <a:path h="4389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827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Ultrasonido sobre servo · TRIG=18, ECHO=23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217920" y="5010912"/>
            <a:ext cx="2286000" cy="475488"/>
            <a:chOff x="0" y="0"/>
            <a:chExt cx="3048000" cy="63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48000" cy="633984"/>
            </a:xfrm>
            <a:custGeom>
              <a:avLst/>
              <a:gdLst/>
              <a:ahLst/>
              <a:cxnLst/>
              <a:rect r="r" b="b" t="t" l="l"/>
              <a:pathLst>
                <a:path h="633984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78" r="0" b="-4367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30480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DANGER: 85cm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8640" y="5779008"/>
            <a:ext cx="8046720" cy="841248"/>
            <a:chOff x="0" y="0"/>
            <a:chExt cx="10728960" cy="11216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7289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82656" y="0"/>
                  </a:lnTo>
                  <a:cubicBezTo>
                    <a:pt x="10663428" y="0"/>
                    <a:pt x="10728961" y="65532"/>
                    <a:pt x="10728961" y="146304"/>
                  </a:cubicBezTo>
                  <a:lnTo>
                    <a:pt x="10728961" y="975360"/>
                  </a:lnTo>
                  <a:cubicBezTo>
                    <a:pt x="10728961" y="1056132"/>
                    <a:pt x="10663428" y="1121664"/>
                    <a:pt x="10582656" y="1121664"/>
                  </a:cubicBezTo>
                  <a:lnTo>
                    <a:pt x="146304" y="1121664"/>
                  </a:lnTo>
                  <a:cubicBezTo>
                    <a:pt x="65532" y="1121664"/>
                    <a:pt x="0" y="1056132"/>
                    <a:pt x="0" y="975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21792" y="5888736"/>
            <a:ext cx="146304" cy="621792"/>
            <a:chOff x="0" y="0"/>
            <a:chExt cx="195072" cy="8290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5072" cy="829056"/>
            </a:xfrm>
            <a:custGeom>
              <a:avLst/>
              <a:gdLst/>
              <a:ahLst/>
              <a:cxnLst/>
              <a:rect r="r" b="b" t="t" l="l"/>
              <a:pathLst>
                <a:path h="829056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lnTo>
                    <a:pt x="195072" y="731520"/>
                  </a:lnTo>
                  <a:cubicBezTo>
                    <a:pt x="195072" y="785368"/>
                    <a:pt x="151384" y="829056"/>
                    <a:pt x="97536" y="829056"/>
                  </a:cubicBezTo>
                  <a:cubicBezTo>
                    <a:pt x="43688" y="829056"/>
                    <a:pt x="0" y="785368"/>
                    <a:pt x="0" y="73152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50976" y="5852160"/>
            <a:ext cx="2926080" cy="365760"/>
            <a:chOff x="0" y="0"/>
            <a:chExt cx="3901440" cy="487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901440" cy="487680"/>
            </a:xfrm>
            <a:custGeom>
              <a:avLst/>
              <a:gdLst/>
              <a:ahLst/>
              <a:cxnLst/>
              <a:rect r="r" b="b" t="t" l="l"/>
              <a:pathLst>
                <a:path h="4876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3901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GY-50 (L3G4200D)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50976" y="6181344"/>
            <a:ext cx="5120640" cy="329184"/>
            <a:chOff x="0" y="0"/>
            <a:chExt cx="682752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827520" cy="438912"/>
            </a:xfrm>
            <a:custGeom>
              <a:avLst/>
              <a:gdLst/>
              <a:ahLst/>
              <a:cxnLst/>
              <a:rect r="r" b="b" t="t" l="l"/>
              <a:pathLst>
                <a:path h="4389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827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Giroscopio I2C · SCL=22, SDA=21 · 400kHz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217920" y="5961888"/>
            <a:ext cx="2286000" cy="475488"/>
            <a:chOff x="0" y="0"/>
            <a:chExt cx="3048000" cy="63398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048000" cy="633984"/>
            </a:xfrm>
            <a:custGeom>
              <a:avLst/>
              <a:gdLst/>
              <a:ahLst/>
              <a:cxnLst/>
              <a:rect r="r" b="b" t="t" l="l"/>
              <a:pathLst>
                <a:path h="633984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78" r="0" b="-4367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30480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Heading acumulado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48640" y="6729984"/>
            <a:ext cx="8046720" cy="841248"/>
            <a:chOff x="0" y="0"/>
            <a:chExt cx="10728960" cy="112166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72896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7289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82656" y="0"/>
                  </a:lnTo>
                  <a:cubicBezTo>
                    <a:pt x="10663428" y="0"/>
                    <a:pt x="10728961" y="65532"/>
                    <a:pt x="10728961" y="146304"/>
                  </a:cubicBezTo>
                  <a:lnTo>
                    <a:pt x="10728961" y="975360"/>
                  </a:lnTo>
                  <a:cubicBezTo>
                    <a:pt x="10728961" y="1056132"/>
                    <a:pt x="10663428" y="1121664"/>
                    <a:pt x="10582656" y="1121664"/>
                  </a:cubicBezTo>
                  <a:lnTo>
                    <a:pt x="146304" y="1121664"/>
                  </a:lnTo>
                  <a:cubicBezTo>
                    <a:pt x="65532" y="1121664"/>
                    <a:pt x="0" y="1056132"/>
                    <a:pt x="0" y="975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21792" y="6839712"/>
            <a:ext cx="146304" cy="621792"/>
            <a:chOff x="0" y="0"/>
            <a:chExt cx="195072" cy="8290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5072" cy="829056"/>
            </a:xfrm>
            <a:custGeom>
              <a:avLst/>
              <a:gdLst/>
              <a:ahLst/>
              <a:cxnLst/>
              <a:rect r="r" b="b" t="t" l="l"/>
              <a:pathLst>
                <a:path h="829056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lnTo>
                    <a:pt x="195072" y="731520"/>
                  </a:lnTo>
                  <a:cubicBezTo>
                    <a:pt x="195072" y="785368"/>
                    <a:pt x="151384" y="829056"/>
                    <a:pt x="97536" y="829056"/>
                  </a:cubicBezTo>
                  <a:cubicBezTo>
                    <a:pt x="43688" y="829056"/>
                    <a:pt x="0" y="785368"/>
                    <a:pt x="0" y="73152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50976" y="6803136"/>
            <a:ext cx="2926080" cy="365760"/>
            <a:chOff x="0" y="0"/>
            <a:chExt cx="3901440" cy="4876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01440" cy="487680"/>
            </a:xfrm>
            <a:custGeom>
              <a:avLst/>
              <a:gdLst/>
              <a:ahLst/>
              <a:cxnLst/>
              <a:rect r="r" b="b" t="t" l="l"/>
              <a:pathLst>
                <a:path h="4876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901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DHT22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50976" y="7132320"/>
            <a:ext cx="5120640" cy="329184"/>
            <a:chOff x="0" y="0"/>
            <a:chExt cx="6827520" cy="4389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827520" cy="438912"/>
            </a:xfrm>
            <a:custGeom>
              <a:avLst/>
              <a:gdLst/>
              <a:ahLst/>
              <a:cxnLst/>
              <a:rect r="r" b="b" t="t" l="l"/>
              <a:pathLst>
                <a:path h="4389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6827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Temp/Humedad batería · Pin 15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217920" y="6912864"/>
            <a:ext cx="2286000" cy="475488"/>
            <a:chOff x="0" y="0"/>
            <a:chExt cx="3048000" cy="6339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048000" cy="633984"/>
            </a:xfrm>
            <a:custGeom>
              <a:avLst/>
              <a:gdLst/>
              <a:ahLst/>
              <a:cxnLst/>
              <a:rect r="r" b="b" t="t" l="l"/>
              <a:pathLst>
                <a:path h="633984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78" r="0" b="-4367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30480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Cada 5 seg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48640" y="7680960"/>
            <a:ext cx="8046720" cy="841248"/>
            <a:chOff x="0" y="0"/>
            <a:chExt cx="10728960" cy="112166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72896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7289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82656" y="0"/>
                  </a:lnTo>
                  <a:cubicBezTo>
                    <a:pt x="10663428" y="0"/>
                    <a:pt x="10728961" y="65532"/>
                    <a:pt x="10728961" y="146304"/>
                  </a:cubicBezTo>
                  <a:lnTo>
                    <a:pt x="10728961" y="975360"/>
                  </a:lnTo>
                  <a:cubicBezTo>
                    <a:pt x="10728961" y="1056132"/>
                    <a:pt x="10663428" y="1121664"/>
                    <a:pt x="10582656" y="1121664"/>
                  </a:cubicBezTo>
                  <a:lnTo>
                    <a:pt x="146304" y="1121664"/>
                  </a:lnTo>
                  <a:cubicBezTo>
                    <a:pt x="65532" y="1121664"/>
                    <a:pt x="0" y="1056132"/>
                    <a:pt x="0" y="975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21792" y="7790688"/>
            <a:ext cx="146304" cy="621792"/>
            <a:chOff x="0" y="0"/>
            <a:chExt cx="195072" cy="82905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95072" cy="829056"/>
            </a:xfrm>
            <a:custGeom>
              <a:avLst/>
              <a:gdLst/>
              <a:ahLst/>
              <a:cxnLst/>
              <a:rect r="r" b="b" t="t" l="l"/>
              <a:pathLst>
                <a:path h="829056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lnTo>
                    <a:pt x="195072" y="731520"/>
                  </a:lnTo>
                  <a:cubicBezTo>
                    <a:pt x="195072" y="785368"/>
                    <a:pt x="151384" y="829056"/>
                    <a:pt x="97536" y="829056"/>
                  </a:cubicBezTo>
                  <a:cubicBezTo>
                    <a:pt x="43688" y="829056"/>
                    <a:pt x="0" y="785368"/>
                    <a:pt x="0" y="73152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50976" y="7754112"/>
            <a:ext cx="2926080" cy="365760"/>
            <a:chOff x="0" y="0"/>
            <a:chExt cx="390144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901440" cy="487680"/>
            </a:xfrm>
            <a:custGeom>
              <a:avLst/>
              <a:gdLst/>
              <a:ahLst/>
              <a:cxnLst/>
              <a:rect r="r" b="b" t="t" l="l"/>
              <a:pathLst>
                <a:path h="4876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901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Servo SG90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50976" y="8083296"/>
            <a:ext cx="5120640" cy="329184"/>
            <a:chOff x="0" y="0"/>
            <a:chExt cx="6827520" cy="43891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27520" cy="438912"/>
            </a:xfrm>
            <a:custGeom>
              <a:avLst/>
              <a:gdLst/>
              <a:ahLst/>
              <a:cxnLst/>
              <a:rect r="r" b="b" t="t" l="l"/>
              <a:pathLst>
                <a:path h="4389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827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Giro 0–180° para barrido · PWM Pin 19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217920" y="7863840"/>
            <a:ext cx="2286000" cy="475488"/>
            <a:chOff x="0" y="0"/>
            <a:chExt cx="3048000" cy="6339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048000" cy="633984"/>
            </a:xfrm>
            <a:custGeom>
              <a:avLst/>
              <a:gdLst/>
              <a:ahLst/>
              <a:cxnLst/>
              <a:rect r="r" b="b" t="t" l="l"/>
              <a:pathLst>
                <a:path h="633984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78" r="0" b="-4367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30480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SCAN: 0/45/90/135/180°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48640" y="8631936"/>
            <a:ext cx="8046720" cy="841248"/>
            <a:chOff x="0" y="0"/>
            <a:chExt cx="10728960" cy="11216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72896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7289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82656" y="0"/>
                  </a:lnTo>
                  <a:cubicBezTo>
                    <a:pt x="10663428" y="0"/>
                    <a:pt x="10728961" y="65532"/>
                    <a:pt x="10728961" y="146304"/>
                  </a:cubicBezTo>
                  <a:lnTo>
                    <a:pt x="10728961" y="975360"/>
                  </a:lnTo>
                  <a:cubicBezTo>
                    <a:pt x="10728961" y="1056132"/>
                    <a:pt x="10663428" y="1121664"/>
                    <a:pt x="10582656" y="1121664"/>
                  </a:cubicBezTo>
                  <a:lnTo>
                    <a:pt x="146304" y="1121664"/>
                  </a:lnTo>
                  <a:cubicBezTo>
                    <a:pt x="65532" y="1121664"/>
                    <a:pt x="0" y="1056132"/>
                    <a:pt x="0" y="975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621792" y="8741664"/>
            <a:ext cx="146304" cy="621792"/>
            <a:chOff x="0" y="0"/>
            <a:chExt cx="195072" cy="82905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95072" cy="829056"/>
            </a:xfrm>
            <a:custGeom>
              <a:avLst/>
              <a:gdLst/>
              <a:ahLst/>
              <a:cxnLst/>
              <a:rect r="r" b="b" t="t" l="l"/>
              <a:pathLst>
                <a:path h="829056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lnTo>
                    <a:pt x="195072" y="731520"/>
                  </a:lnTo>
                  <a:cubicBezTo>
                    <a:pt x="195072" y="785368"/>
                    <a:pt x="151384" y="829056"/>
                    <a:pt x="97536" y="829056"/>
                  </a:cubicBezTo>
                  <a:cubicBezTo>
                    <a:pt x="43688" y="829056"/>
                    <a:pt x="0" y="785368"/>
                    <a:pt x="0" y="731520"/>
                  </a:cubicBez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50976" y="8705088"/>
            <a:ext cx="2926080" cy="365760"/>
            <a:chOff x="0" y="0"/>
            <a:chExt cx="3901440" cy="4876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901440" cy="487680"/>
            </a:xfrm>
            <a:custGeom>
              <a:avLst/>
              <a:gdLst/>
              <a:ahLst/>
              <a:cxnLst/>
              <a:rect r="r" b="b" t="t" l="l"/>
              <a:pathLst>
                <a:path h="4876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3901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Motores DC x2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50976" y="9034272"/>
            <a:ext cx="5120640" cy="329184"/>
            <a:chOff x="0" y="0"/>
            <a:chExt cx="6827520" cy="43891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827520" cy="438912"/>
            </a:xfrm>
            <a:custGeom>
              <a:avLst/>
              <a:gdLst/>
              <a:ahLst/>
              <a:cxnLst/>
              <a:rect r="r" b="b" t="t" l="l"/>
              <a:pathLst>
                <a:path h="4389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6827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Motor A (ENA=14,IN1=26,IN2=27) · Motor B (ENB=25,IN3=32,IN4=33)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6217920" y="8814816"/>
            <a:ext cx="2286000" cy="475488"/>
            <a:chOff x="0" y="0"/>
            <a:chExt cx="3048000" cy="63398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048000" cy="633984"/>
            </a:xfrm>
            <a:custGeom>
              <a:avLst/>
              <a:gdLst/>
              <a:ahLst/>
              <a:cxnLst/>
              <a:rect r="r" b="b" t="t" l="l"/>
              <a:pathLst>
                <a:path h="633984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78" r="0" b="-4367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30480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 b="true">
                  <a:solidFill>
                    <a:srgbClr val="EC48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SPEED=22000</a:t>
              </a:r>
            </a:p>
          </p:txBody>
        </p:sp>
      </p:grpSp>
      <p:sp>
        <p:nvSpPr>
          <p:cNvPr name="Freeform 105" id="105"/>
          <p:cNvSpPr/>
          <p:nvPr/>
        </p:nvSpPr>
        <p:spPr>
          <a:xfrm flipH="false" flipV="false" rot="0">
            <a:off x="9144000" y="2926080"/>
            <a:ext cx="8470232" cy="6437376"/>
          </a:xfrm>
          <a:custGeom>
            <a:avLst/>
            <a:gdLst/>
            <a:ahLst/>
            <a:cxnLst/>
            <a:rect r="r" b="b" t="t" l="l"/>
            <a:pathLst>
              <a:path h="6437376" w="8470232">
                <a:moveTo>
                  <a:pt x="0" y="0"/>
                </a:moveTo>
                <a:lnTo>
                  <a:pt x="8470232" y="0"/>
                </a:lnTo>
                <a:lnTo>
                  <a:pt x="8470232" y="6437376"/>
                </a:lnTo>
                <a:lnTo>
                  <a:pt x="0" y="6437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645920"/>
            <a:ext cx="18288000" cy="146304"/>
            <a:chOff x="0" y="0"/>
            <a:chExt cx="24384000" cy="19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274320"/>
            <a:ext cx="1005840" cy="1005840"/>
            <a:chOff x="0" y="0"/>
            <a:chExt cx="1341120" cy="134112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28800" y="219456"/>
            <a:ext cx="13716000" cy="1188720"/>
            <a:chOff x="0" y="0"/>
            <a:chExt cx="1828800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82880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P2 — Diseño de la Red IoT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2011680"/>
            <a:ext cx="17190720" cy="585216"/>
            <a:chOff x="0" y="0"/>
            <a:chExt cx="2292096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9209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99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DE RED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5669280"/>
            <a:ext cx="17190720" cy="585216"/>
            <a:chOff x="0" y="0"/>
            <a:chExt cx="2292096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9209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99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PROTOCOLOS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6400800"/>
            <a:ext cx="8229600" cy="841248"/>
            <a:chOff x="0" y="0"/>
            <a:chExt cx="10972800" cy="11216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826496" y="0"/>
                  </a:lnTo>
                  <a:cubicBezTo>
                    <a:pt x="10907268" y="0"/>
                    <a:pt x="10972800" y="65532"/>
                    <a:pt x="10972800" y="146304"/>
                  </a:cubicBezTo>
                  <a:lnTo>
                    <a:pt x="10972800" y="975360"/>
                  </a:lnTo>
                  <a:cubicBezTo>
                    <a:pt x="10972800" y="1056132"/>
                    <a:pt x="10907268" y="1121664"/>
                    <a:pt x="10826496" y="1121664"/>
                  </a:cubicBezTo>
                  <a:lnTo>
                    <a:pt x="146304" y="1121664"/>
                  </a:lnTo>
                  <a:cubicBezTo>
                    <a:pt x="65532" y="1121664"/>
                    <a:pt x="0" y="1056132"/>
                    <a:pt x="0" y="975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68096" y="6510528"/>
            <a:ext cx="2377440" cy="621792"/>
            <a:chOff x="0" y="0"/>
            <a:chExt cx="3169920" cy="8290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69920" cy="829056"/>
            </a:xfrm>
            <a:custGeom>
              <a:avLst/>
              <a:gdLst/>
              <a:ahLst/>
              <a:cxnLst/>
              <a:rect r="r" b="b" t="t" l="l"/>
              <a:pathLst>
                <a:path h="82905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01" r="0" b="-245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16992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HTTP/REST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291840" y="6510528"/>
            <a:ext cx="5212080" cy="621792"/>
            <a:chOff x="0" y="0"/>
            <a:chExt cx="6949440" cy="829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49440" cy="829056"/>
            </a:xfrm>
            <a:custGeom>
              <a:avLst/>
              <a:gdLst/>
              <a:ahLst/>
              <a:cxnLst/>
              <a:rect r="r" b="b" t="t" l="l"/>
              <a:pathLst>
                <a:path h="82905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330" r="0" b="-11333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9494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ESP32 → Node.js · POST /api/iot/stream · JSON · cada 150ms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09760" y="6400800"/>
            <a:ext cx="8229600" cy="841248"/>
            <a:chOff x="0" y="0"/>
            <a:chExt cx="10972800" cy="11216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826496" y="0"/>
                  </a:lnTo>
                  <a:cubicBezTo>
                    <a:pt x="10907268" y="0"/>
                    <a:pt x="10972800" y="65532"/>
                    <a:pt x="10972800" y="146304"/>
                  </a:cubicBezTo>
                  <a:lnTo>
                    <a:pt x="10972800" y="975360"/>
                  </a:lnTo>
                  <a:cubicBezTo>
                    <a:pt x="10972800" y="1056132"/>
                    <a:pt x="10907268" y="1121664"/>
                    <a:pt x="10826496" y="1121664"/>
                  </a:cubicBezTo>
                  <a:lnTo>
                    <a:pt x="146304" y="1121664"/>
                  </a:lnTo>
                  <a:cubicBezTo>
                    <a:pt x="65532" y="1121664"/>
                    <a:pt x="0" y="1056132"/>
                    <a:pt x="0" y="975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29216" y="6510528"/>
            <a:ext cx="2377440" cy="621792"/>
            <a:chOff x="0" y="0"/>
            <a:chExt cx="3169920" cy="829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69920" cy="829056"/>
            </a:xfrm>
            <a:custGeom>
              <a:avLst/>
              <a:gdLst/>
              <a:ahLst/>
              <a:cxnLst/>
              <a:rect r="r" b="b" t="t" l="l"/>
              <a:pathLst>
                <a:path h="82905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01" r="0" b="-2450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16992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WebSocket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252960" y="6510528"/>
            <a:ext cx="5212080" cy="621792"/>
            <a:chOff x="0" y="0"/>
            <a:chExt cx="6949440" cy="8290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49440" cy="829056"/>
            </a:xfrm>
            <a:custGeom>
              <a:avLst/>
              <a:gdLst/>
              <a:ahLst/>
              <a:cxnLst/>
              <a:rect r="r" b="b" t="t" l="l"/>
              <a:pathLst>
                <a:path h="82905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330" r="0" b="-11333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9494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Node.js → React · /ws-dashboard · push en tiempo real · reconexión 1.2s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48640" y="7406640"/>
            <a:ext cx="8229600" cy="841248"/>
            <a:chOff x="0" y="0"/>
            <a:chExt cx="10972800" cy="11216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826496" y="0"/>
                  </a:lnTo>
                  <a:cubicBezTo>
                    <a:pt x="10907268" y="0"/>
                    <a:pt x="10972800" y="65532"/>
                    <a:pt x="10972800" y="146304"/>
                  </a:cubicBezTo>
                  <a:lnTo>
                    <a:pt x="10972800" y="975360"/>
                  </a:lnTo>
                  <a:cubicBezTo>
                    <a:pt x="10972800" y="1056132"/>
                    <a:pt x="10907268" y="1121664"/>
                    <a:pt x="10826496" y="1121664"/>
                  </a:cubicBezTo>
                  <a:lnTo>
                    <a:pt x="146304" y="1121664"/>
                  </a:lnTo>
                  <a:cubicBezTo>
                    <a:pt x="65532" y="1121664"/>
                    <a:pt x="0" y="1056132"/>
                    <a:pt x="0" y="975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68096" y="7516368"/>
            <a:ext cx="2377440" cy="621792"/>
            <a:chOff x="0" y="0"/>
            <a:chExt cx="3169920" cy="8290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69920" cy="829056"/>
            </a:xfrm>
            <a:custGeom>
              <a:avLst/>
              <a:gdLst/>
              <a:ahLst/>
              <a:cxnLst/>
              <a:rect r="r" b="b" t="t" l="l"/>
              <a:pathLst>
                <a:path h="82905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01" r="0" b="-2450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16992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I2C 400kHz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291840" y="7516368"/>
            <a:ext cx="5212080" cy="621792"/>
            <a:chOff x="0" y="0"/>
            <a:chExt cx="6949440" cy="8290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49440" cy="829056"/>
            </a:xfrm>
            <a:custGeom>
              <a:avLst/>
              <a:gdLst/>
              <a:ahLst/>
              <a:cxnLst/>
              <a:rect r="r" b="b" t="t" l="l"/>
              <a:pathLst>
                <a:path h="82905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330" r="0" b="-11333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9494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ESP32 → GY-50 · SCL=22 SDA=21 · protocolo giroscopio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09760" y="7406640"/>
            <a:ext cx="8229600" cy="841248"/>
            <a:chOff x="0" y="0"/>
            <a:chExt cx="10972800" cy="11216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826496" y="0"/>
                  </a:lnTo>
                  <a:cubicBezTo>
                    <a:pt x="10907268" y="0"/>
                    <a:pt x="10972800" y="65532"/>
                    <a:pt x="10972800" y="146304"/>
                  </a:cubicBezTo>
                  <a:lnTo>
                    <a:pt x="10972800" y="975360"/>
                  </a:lnTo>
                  <a:cubicBezTo>
                    <a:pt x="10972800" y="1056132"/>
                    <a:pt x="10907268" y="1121664"/>
                    <a:pt x="10826496" y="1121664"/>
                  </a:cubicBezTo>
                  <a:lnTo>
                    <a:pt x="146304" y="1121664"/>
                  </a:lnTo>
                  <a:cubicBezTo>
                    <a:pt x="65532" y="1121664"/>
                    <a:pt x="0" y="1056132"/>
                    <a:pt x="0" y="975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729216" y="7516368"/>
            <a:ext cx="2377440" cy="621792"/>
            <a:chOff x="0" y="0"/>
            <a:chExt cx="3169920" cy="8290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69920" cy="829056"/>
            </a:xfrm>
            <a:custGeom>
              <a:avLst/>
              <a:gdLst/>
              <a:ahLst/>
              <a:cxnLst/>
              <a:rect r="r" b="b" t="t" l="l"/>
              <a:pathLst>
                <a:path h="82905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01" r="0" b="-2450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16992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TCP/SSL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252960" y="7516368"/>
            <a:ext cx="5212080" cy="621792"/>
            <a:chOff x="0" y="0"/>
            <a:chExt cx="6949440" cy="8290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949440" cy="829056"/>
            </a:xfrm>
            <a:custGeom>
              <a:avLst/>
              <a:gdLst/>
              <a:ahLst/>
              <a:cxnLst/>
              <a:rect r="r" b="b" t="t" l="l"/>
              <a:pathLst>
                <a:path h="82905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330" r="0" b="-11333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69494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Node.js → Supabase · pg.Pool puerto 6543 · aws-0-us-west-2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48640" y="8412480"/>
            <a:ext cx="8229600" cy="841248"/>
            <a:chOff x="0" y="0"/>
            <a:chExt cx="10972800" cy="11216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1">
                  <a:moveTo>
                    <a:pt x="0" y="146304"/>
                  </a:moveTo>
                  <a:cubicBezTo>
                    <a:pt x="0" y="65532"/>
                    <a:pt x="31372" y="0"/>
                    <a:pt x="70039" y="0"/>
                  </a:cubicBezTo>
                  <a:lnTo>
                    <a:pt x="10902761" y="0"/>
                  </a:lnTo>
                  <a:cubicBezTo>
                    <a:pt x="10941428" y="0"/>
                    <a:pt x="10972801" y="65532"/>
                    <a:pt x="10972801" y="146304"/>
                  </a:cubicBezTo>
                  <a:lnTo>
                    <a:pt x="10972801" y="975360"/>
                  </a:lnTo>
                  <a:cubicBezTo>
                    <a:pt x="10972801" y="1056132"/>
                    <a:pt x="10941428" y="1121664"/>
                    <a:pt x="10902761" y="1121664"/>
                  </a:cubicBezTo>
                  <a:lnTo>
                    <a:pt x="70039" y="1121664"/>
                  </a:lnTo>
                  <a:cubicBezTo>
                    <a:pt x="31372" y="1121664"/>
                    <a:pt x="0" y="1056132"/>
                    <a:pt x="0" y="975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68096" y="8522208"/>
            <a:ext cx="2377440" cy="621792"/>
            <a:chOff x="0" y="0"/>
            <a:chExt cx="3169920" cy="8290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69920" cy="829056"/>
            </a:xfrm>
            <a:custGeom>
              <a:avLst/>
              <a:gdLst/>
              <a:ahLst/>
              <a:cxnLst/>
              <a:rect r="r" b="b" t="t" l="l"/>
              <a:pathLst>
                <a:path h="82905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01" r="0" b="-2450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16992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PWM 50Hz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291840" y="8522208"/>
            <a:ext cx="14173200" cy="621792"/>
            <a:chOff x="0" y="0"/>
            <a:chExt cx="18897600" cy="8290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897600" cy="829056"/>
            </a:xfrm>
            <a:custGeom>
              <a:avLst/>
              <a:gdLst/>
              <a:ahLst/>
              <a:cxnLst/>
              <a:rect r="r" b="b" t="t" l="l"/>
              <a:pathLst>
                <a:path h="829056" w="18897600">
                  <a:moveTo>
                    <a:pt x="0" y="0"/>
                  </a:moveTo>
                  <a:lnTo>
                    <a:pt x="18897600" y="0"/>
                  </a:lnTo>
                  <a:lnTo>
                    <a:pt x="18897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4144" r="0" b="-39414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88976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ESP32 → Servo SG90 · Pin 19 · barrido 0–180°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2483216" y="2414752"/>
            <a:ext cx="13321568" cy="2997353"/>
          </a:xfrm>
          <a:custGeom>
            <a:avLst/>
            <a:gdLst/>
            <a:ahLst/>
            <a:cxnLst/>
            <a:rect r="r" b="b" t="t" l="l"/>
            <a:pathLst>
              <a:path h="2997353" w="13321568">
                <a:moveTo>
                  <a:pt x="0" y="0"/>
                </a:moveTo>
                <a:lnTo>
                  <a:pt x="13321568" y="0"/>
                </a:lnTo>
                <a:lnTo>
                  <a:pt x="13321568" y="2997353"/>
                </a:lnTo>
                <a:lnTo>
                  <a:pt x="0" y="29973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645920"/>
            <a:ext cx="18288000" cy="146304"/>
            <a:chOff x="0" y="0"/>
            <a:chExt cx="24384000" cy="19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274320"/>
            <a:ext cx="1005840" cy="1005840"/>
            <a:chOff x="0" y="0"/>
            <a:chExt cx="1341120" cy="134112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28800" y="219456"/>
            <a:ext cx="13716000" cy="1188720"/>
            <a:chOff x="0" y="0"/>
            <a:chExt cx="1828800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82880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P3 — Diseño de la Base de Datos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920240"/>
            <a:ext cx="6429375" cy="694944"/>
            <a:chOff x="0" y="0"/>
            <a:chExt cx="8572500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725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72500">
                  <a:moveTo>
                    <a:pt x="0" y="195072"/>
                  </a:moveTo>
                  <a:cubicBezTo>
                    <a:pt x="0" y="87376"/>
                    <a:pt x="122873" y="0"/>
                    <a:pt x="274320" y="0"/>
                  </a:cubicBezTo>
                  <a:lnTo>
                    <a:pt x="8298180" y="0"/>
                  </a:lnTo>
                  <a:cubicBezTo>
                    <a:pt x="8449628" y="0"/>
                    <a:pt x="8572500" y="87376"/>
                    <a:pt x="8572500" y="195072"/>
                  </a:cubicBezTo>
                  <a:lnTo>
                    <a:pt x="8572500" y="731520"/>
                  </a:lnTo>
                  <a:cubicBezTo>
                    <a:pt x="8572500" y="839216"/>
                    <a:pt x="8449628" y="926592"/>
                    <a:pt x="8298180" y="926592"/>
                  </a:cubicBezTo>
                  <a:lnTo>
                    <a:pt x="274320" y="926592"/>
                  </a:lnTo>
                  <a:cubicBezTo>
                    <a:pt x="122873" y="926592"/>
                    <a:pt x="0" y="839216"/>
                    <a:pt x="0" y="73152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8655" y="1958721"/>
            <a:ext cx="6189345" cy="694944"/>
            <a:chOff x="0" y="0"/>
            <a:chExt cx="825246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52461" cy="926592"/>
            </a:xfrm>
            <a:custGeom>
              <a:avLst/>
              <a:gdLst/>
              <a:ahLst/>
              <a:cxnLst/>
              <a:rect r="r" b="b" t="t" l="l"/>
              <a:pathLst>
                <a:path h="926592" w="8252461">
                  <a:moveTo>
                    <a:pt x="0" y="0"/>
                  </a:moveTo>
                  <a:lnTo>
                    <a:pt x="8252461" y="0"/>
                  </a:lnTo>
                  <a:lnTo>
                    <a:pt x="82524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1998" r="-177746" b="-43199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2524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 Supabase PostgreSQL · SSL · aws-0-us-west-2 :6543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48640" y="2834640"/>
            <a:ext cx="17190720" cy="512064"/>
            <a:chOff x="0" y="0"/>
            <a:chExt cx="2292096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2920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99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TABLAS DE LA BASE DE DATOS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8640" y="3474720"/>
            <a:ext cx="8503920" cy="1920240"/>
            <a:chOff x="0" y="0"/>
            <a:chExt cx="11338560" cy="2560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385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2365248"/>
                  </a:lnTo>
                  <a:cubicBezTo>
                    <a:pt x="11338560" y="2472944"/>
                    <a:pt x="11251184" y="2560320"/>
                    <a:pt x="11143488" y="2560320"/>
                  </a:cubicBezTo>
                  <a:lnTo>
                    <a:pt x="195072" y="2560320"/>
                  </a:lnTo>
                  <a:cubicBezTo>
                    <a:pt x="87376" y="2560320"/>
                    <a:pt x="0" y="2472944"/>
                    <a:pt x="0" y="23652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48640" y="3474720"/>
            <a:ext cx="8503920" cy="548640"/>
            <a:chOff x="0" y="0"/>
            <a:chExt cx="1133856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536448"/>
                  </a:lnTo>
                  <a:cubicBezTo>
                    <a:pt x="11338560" y="644144"/>
                    <a:pt x="11251184" y="731520"/>
                    <a:pt x="11143488" y="731520"/>
                  </a:cubicBezTo>
                  <a:lnTo>
                    <a:pt x="195072" y="731520"/>
                  </a:lnTo>
                  <a:cubicBezTo>
                    <a:pt x="87376" y="731520"/>
                    <a:pt x="0" y="644144"/>
                    <a:pt x="0" y="53644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8640" y="3767328"/>
            <a:ext cx="8503920" cy="256032"/>
            <a:chOff x="0" y="0"/>
            <a:chExt cx="11338560" cy="3413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38560" cy="341376"/>
            </a:xfrm>
            <a:custGeom>
              <a:avLst/>
              <a:gdLst/>
              <a:ahLst/>
              <a:cxnLst/>
              <a:rect r="r" b="b" t="t" l="l"/>
              <a:pathLst>
                <a:path h="341376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68096" y="3529584"/>
            <a:ext cx="8065008" cy="438912"/>
            <a:chOff x="0" y="0"/>
            <a:chExt cx="10753344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53344" cy="585216"/>
            </a:xfrm>
            <a:custGeom>
              <a:avLst/>
              <a:gdLst/>
              <a:ahLst/>
              <a:cxnLst/>
              <a:rect r="r" b="b" t="t" l="l"/>
              <a:pathLst>
                <a:path h="585216" w="10753344">
                  <a:moveTo>
                    <a:pt x="0" y="0"/>
                  </a:moveTo>
                  <a:lnTo>
                    <a:pt x="10753344" y="0"/>
                  </a:lnTo>
                  <a:lnTo>
                    <a:pt x="1075334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037" r="0" b="-30803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753344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dht22_data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4114800"/>
            <a:ext cx="3474720" cy="237744"/>
            <a:chOff x="0" y="0"/>
            <a:chExt cx="4632960" cy="3169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389120" y="4114800"/>
            <a:ext cx="4389120" cy="237744"/>
            <a:chOff x="0" y="0"/>
            <a:chExt cx="5852160" cy="3169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BIGSERIAL PK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4361688"/>
            <a:ext cx="3474720" cy="237744"/>
            <a:chOff x="0" y="0"/>
            <a:chExt cx="4632960" cy="3169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dispositivo_id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389120" y="4361688"/>
            <a:ext cx="4389120" cy="237744"/>
            <a:chOff x="0" y="0"/>
            <a:chExt cx="5852160" cy="3169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 FK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4608576"/>
            <a:ext cx="3474720" cy="237744"/>
            <a:chOff x="0" y="0"/>
            <a:chExt cx="4632960" cy="3169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389120" y="4608576"/>
            <a:ext cx="4389120" cy="237744"/>
            <a:chOff x="0" y="0"/>
            <a:chExt cx="5852160" cy="3169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22960" y="4855464"/>
            <a:ext cx="3474720" cy="237744"/>
            <a:chOff x="0" y="0"/>
            <a:chExt cx="4632960" cy="3169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humedad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389120" y="4855464"/>
            <a:ext cx="4389120" cy="237744"/>
            <a:chOff x="0" y="0"/>
            <a:chExt cx="5852160" cy="3169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5102352"/>
            <a:ext cx="3474720" cy="237744"/>
            <a:chOff x="0" y="0"/>
            <a:chExt cx="4632960" cy="3169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created_at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389120" y="5102352"/>
            <a:ext cx="4389120" cy="237744"/>
            <a:chOff x="0" y="0"/>
            <a:chExt cx="5852160" cy="3169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TIMESTAMP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235440" y="3474720"/>
            <a:ext cx="8503920" cy="1920240"/>
            <a:chOff x="0" y="0"/>
            <a:chExt cx="11338560" cy="25603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3385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2365248"/>
                  </a:lnTo>
                  <a:cubicBezTo>
                    <a:pt x="11338560" y="2472944"/>
                    <a:pt x="11251184" y="2560320"/>
                    <a:pt x="11143488" y="2560320"/>
                  </a:cubicBezTo>
                  <a:lnTo>
                    <a:pt x="195072" y="2560320"/>
                  </a:lnTo>
                  <a:cubicBezTo>
                    <a:pt x="87376" y="2560320"/>
                    <a:pt x="0" y="2472944"/>
                    <a:pt x="0" y="23652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235440" y="3474720"/>
            <a:ext cx="8503920" cy="548640"/>
            <a:chOff x="0" y="0"/>
            <a:chExt cx="1133856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536448"/>
                  </a:lnTo>
                  <a:cubicBezTo>
                    <a:pt x="11338560" y="644144"/>
                    <a:pt x="11251184" y="731520"/>
                    <a:pt x="11143488" y="731520"/>
                  </a:cubicBezTo>
                  <a:lnTo>
                    <a:pt x="195072" y="731520"/>
                  </a:lnTo>
                  <a:cubicBezTo>
                    <a:pt x="87376" y="731520"/>
                    <a:pt x="0" y="644144"/>
                    <a:pt x="0" y="536448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235440" y="3767328"/>
            <a:ext cx="8503920" cy="256032"/>
            <a:chOff x="0" y="0"/>
            <a:chExt cx="11338560" cy="3413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338560" cy="341376"/>
            </a:xfrm>
            <a:custGeom>
              <a:avLst/>
              <a:gdLst/>
              <a:ahLst/>
              <a:cxnLst/>
              <a:rect r="r" b="b" t="t" l="l"/>
              <a:pathLst>
                <a:path h="341376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454896" y="3529584"/>
            <a:ext cx="8065008" cy="438912"/>
            <a:chOff x="0" y="0"/>
            <a:chExt cx="10753344" cy="58521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53344" cy="585216"/>
            </a:xfrm>
            <a:custGeom>
              <a:avLst/>
              <a:gdLst/>
              <a:ahLst/>
              <a:cxnLst/>
              <a:rect r="r" b="b" t="t" l="l"/>
              <a:pathLst>
                <a:path h="585216" w="10753344">
                  <a:moveTo>
                    <a:pt x="0" y="0"/>
                  </a:moveTo>
                  <a:lnTo>
                    <a:pt x="10753344" y="0"/>
                  </a:lnTo>
                  <a:lnTo>
                    <a:pt x="1075334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037" r="0" b="-30803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0753344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gy50_data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509760" y="4114800"/>
            <a:ext cx="3474720" cy="237744"/>
            <a:chOff x="0" y="0"/>
            <a:chExt cx="4632960" cy="3169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075920" y="4114800"/>
            <a:ext cx="4389120" cy="237744"/>
            <a:chOff x="0" y="0"/>
            <a:chExt cx="5852160" cy="3169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BIGSERIAL PK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509760" y="4361688"/>
            <a:ext cx="3474720" cy="237744"/>
            <a:chOff x="0" y="0"/>
            <a:chExt cx="4632960" cy="3169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dispositivo_id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075920" y="4361688"/>
            <a:ext cx="4389120" cy="237744"/>
            <a:chOff x="0" y="0"/>
            <a:chExt cx="5852160" cy="3169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 FK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509760" y="4608576"/>
            <a:ext cx="3474720" cy="237744"/>
            <a:chOff x="0" y="0"/>
            <a:chExt cx="4632960" cy="3169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gyro_x/y/z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075920" y="4608576"/>
            <a:ext cx="4389120" cy="237744"/>
            <a:chOff x="0" y="0"/>
            <a:chExt cx="5852160" cy="31699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FLOAT×3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509760" y="4855464"/>
            <a:ext cx="3474720" cy="237744"/>
            <a:chOff x="0" y="0"/>
            <a:chExt cx="4632960" cy="3169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raw_x/y/z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075920" y="4855464"/>
            <a:ext cx="4389120" cy="237744"/>
            <a:chOff x="0" y="0"/>
            <a:chExt cx="5852160" cy="31699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INT×3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509760" y="5102352"/>
            <a:ext cx="3474720" cy="237744"/>
            <a:chOff x="0" y="0"/>
            <a:chExt cx="4632960" cy="31699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created_at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075920" y="5102352"/>
            <a:ext cx="4389120" cy="237744"/>
            <a:chOff x="0" y="0"/>
            <a:chExt cx="5852160" cy="3169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TIMESTAMP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548640" y="5577840"/>
            <a:ext cx="8503920" cy="1920240"/>
            <a:chOff x="0" y="0"/>
            <a:chExt cx="11338560" cy="25603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3385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2365248"/>
                  </a:lnTo>
                  <a:cubicBezTo>
                    <a:pt x="11338560" y="2472944"/>
                    <a:pt x="11251184" y="2560320"/>
                    <a:pt x="11143488" y="2560320"/>
                  </a:cubicBezTo>
                  <a:lnTo>
                    <a:pt x="195072" y="2560320"/>
                  </a:lnTo>
                  <a:cubicBezTo>
                    <a:pt x="87376" y="2560320"/>
                    <a:pt x="0" y="2472944"/>
                    <a:pt x="0" y="23652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48640" y="5577840"/>
            <a:ext cx="8503920" cy="548640"/>
            <a:chOff x="0" y="0"/>
            <a:chExt cx="11338560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536448"/>
                  </a:lnTo>
                  <a:cubicBezTo>
                    <a:pt x="11338560" y="644144"/>
                    <a:pt x="11251184" y="731520"/>
                    <a:pt x="11143488" y="731520"/>
                  </a:cubicBezTo>
                  <a:lnTo>
                    <a:pt x="195072" y="731520"/>
                  </a:lnTo>
                  <a:cubicBezTo>
                    <a:pt x="87376" y="731520"/>
                    <a:pt x="0" y="644144"/>
                    <a:pt x="0" y="536448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48640" y="5870448"/>
            <a:ext cx="8503920" cy="256032"/>
            <a:chOff x="0" y="0"/>
            <a:chExt cx="11338560" cy="34137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338560" cy="341376"/>
            </a:xfrm>
            <a:custGeom>
              <a:avLst/>
              <a:gdLst/>
              <a:ahLst/>
              <a:cxnLst/>
              <a:rect r="r" b="b" t="t" l="l"/>
              <a:pathLst>
                <a:path h="341376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768096" y="5632704"/>
            <a:ext cx="8065008" cy="438912"/>
            <a:chOff x="0" y="0"/>
            <a:chExt cx="10753344" cy="58521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753344" cy="585216"/>
            </a:xfrm>
            <a:custGeom>
              <a:avLst/>
              <a:gdLst/>
              <a:ahLst/>
              <a:cxnLst/>
              <a:rect r="r" b="b" t="t" l="l"/>
              <a:pathLst>
                <a:path h="585216" w="10753344">
                  <a:moveTo>
                    <a:pt x="0" y="0"/>
                  </a:moveTo>
                  <a:lnTo>
                    <a:pt x="10753344" y="0"/>
                  </a:lnTo>
                  <a:lnTo>
                    <a:pt x="1075334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037" r="0" b="-30803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10753344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hcsr04_data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822960" y="6217920"/>
            <a:ext cx="3474720" cy="237744"/>
            <a:chOff x="0" y="0"/>
            <a:chExt cx="4632960" cy="31699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4389120" y="6217920"/>
            <a:ext cx="4389120" cy="237744"/>
            <a:chOff x="0" y="0"/>
            <a:chExt cx="5852160" cy="31699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6B6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BIGSERIAL PK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822960" y="6464808"/>
            <a:ext cx="3474720" cy="237744"/>
            <a:chOff x="0" y="0"/>
            <a:chExt cx="4632960" cy="31699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distancia_cm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4389120" y="6464808"/>
            <a:ext cx="4389120" cy="237744"/>
            <a:chOff x="0" y="0"/>
            <a:chExt cx="5852160" cy="31699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6B6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822960" y="6711696"/>
            <a:ext cx="3474720" cy="237744"/>
            <a:chOff x="0" y="0"/>
            <a:chExt cx="4632960" cy="31699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distancia_movil_cm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4389120" y="6711696"/>
            <a:ext cx="4389120" cy="237744"/>
            <a:chOff x="0" y="0"/>
            <a:chExt cx="5852160" cy="31699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6B6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822960" y="6958584"/>
            <a:ext cx="3474720" cy="237744"/>
            <a:chOff x="0" y="0"/>
            <a:chExt cx="4632960" cy="31699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angulo_servo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4389120" y="6958584"/>
            <a:ext cx="4389120" cy="237744"/>
            <a:chOff x="0" y="0"/>
            <a:chExt cx="5852160" cy="31699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6B6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822960" y="7205472"/>
            <a:ext cx="3474720" cy="237744"/>
            <a:chOff x="0" y="0"/>
            <a:chExt cx="4632960" cy="31699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created_at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4389120" y="7205472"/>
            <a:ext cx="4389120" cy="237744"/>
            <a:chOff x="0" y="0"/>
            <a:chExt cx="5852160" cy="31699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6B6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TIMESTAMP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235440" y="5577840"/>
            <a:ext cx="8503920" cy="1920240"/>
            <a:chOff x="0" y="0"/>
            <a:chExt cx="11338560" cy="256032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13385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2365248"/>
                  </a:lnTo>
                  <a:cubicBezTo>
                    <a:pt x="11338560" y="2472944"/>
                    <a:pt x="11251184" y="2560320"/>
                    <a:pt x="11143488" y="2560320"/>
                  </a:cubicBezTo>
                  <a:lnTo>
                    <a:pt x="195072" y="2560320"/>
                  </a:lnTo>
                  <a:cubicBezTo>
                    <a:pt x="87376" y="2560320"/>
                    <a:pt x="0" y="2472944"/>
                    <a:pt x="0" y="23652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9235440" y="5577840"/>
            <a:ext cx="8503920" cy="548640"/>
            <a:chOff x="0" y="0"/>
            <a:chExt cx="11338560" cy="73152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536448"/>
                  </a:lnTo>
                  <a:cubicBezTo>
                    <a:pt x="11338560" y="644144"/>
                    <a:pt x="11251184" y="731520"/>
                    <a:pt x="11143488" y="731520"/>
                  </a:cubicBezTo>
                  <a:lnTo>
                    <a:pt x="195072" y="731520"/>
                  </a:lnTo>
                  <a:cubicBezTo>
                    <a:pt x="87376" y="731520"/>
                    <a:pt x="0" y="644144"/>
                    <a:pt x="0" y="536448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35440" y="5870448"/>
            <a:ext cx="8503920" cy="256032"/>
            <a:chOff x="0" y="0"/>
            <a:chExt cx="11338560" cy="34137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1338560" cy="341376"/>
            </a:xfrm>
            <a:custGeom>
              <a:avLst/>
              <a:gdLst/>
              <a:ahLst/>
              <a:cxnLst/>
              <a:rect r="r" b="b" t="t" l="l"/>
              <a:pathLst>
                <a:path h="341376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54896" y="5632704"/>
            <a:ext cx="8065008" cy="438912"/>
            <a:chOff x="0" y="0"/>
            <a:chExt cx="10753344" cy="585216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0753344" cy="585216"/>
            </a:xfrm>
            <a:custGeom>
              <a:avLst/>
              <a:gdLst/>
              <a:ahLst/>
              <a:cxnLst/>
              <a:rect r="r" b="b" t="t" l="l"/>
              <a:pathLst>
                <a:path h="585216" w="10753344">
                  <a:moveTo>
                    <a:pt x="0" y="0"/>
                  </a:moveTo>
                  <a:lnTo>
                    <a:pt x="10753344" y="0"/>
                  </a:lnTo>
                  <a:lnTo>
                    <a:pt x="1075334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037" r="0" b="-308037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47625"/>
              <a:ext cx="10753344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usuarios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9509760" y="6217920"/>
            <a:ext cx="3474720" cy="237744"/>
            <a:chOff x="0" y="0"/>
            <a:chExt cx="4632960" cy="316992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3075920" y="6217920"/>
            <a:ext cx="4389120" cy="237744"/>
            <a:chOff x="0" y="0"/>
            <a:chExt cx="5852160" cy="316992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SERIAL PK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9509760" y="6464808"/>
            <a:ext cx="3474720" cy="237744"/>
            <a:chOff x="0" y="0"/>
            <a:chExt cx="4632960" cy="31699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username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3075920" y="6464808"/>
            <a:ext cx="4389120" cy="237744"/>
            <a:chOff x="0" y="0"/>
            <a:chExt cx="5852160" cy="316992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VARCHAR UNIQUE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9509760" y="6711696"/>
            <a:ext cx="3474720" cy="237744"/>
            <a:chOff x="0" y="0"/>
            <a:chExt cx="4632960" cy="316992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password_hash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3075920" y="6711696"/>
            <a:ext cx="4389120" cy="237744"/>
            <a:chOff x="0" y="0"/>
            <a:chExt cx="5852160" cy="316992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 (bcrypt)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9509760" y="6958584"/>
            <a:ext cx="3474720" cy="237744"/>
            <a:chOff x="0" y="0"/>
            <a:chExt cx="4632960" cy="31699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3075920" y="6958584"/>
            <a:ext cx="4389120" cy="237744"/>
            <a:chOff x="0" y="0"/>
            <a:chExt cx="5852160" cy="316992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VARCHAR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9509760" y="7205472"/>
            <a:ext cx="3474720" cy="237744"/>
            <a:chOff x="0" y="0"/>
            <a:chExt cx="4632960" cy="316992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activo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13075920" y="7205472"/>
            <a:ext cx="4389120" cy="237744"/>
            <a:chOff x="0" y="0"/>
            <a:chExt cx="5852160" cy="316992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BOOLEAN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548640" y="7680960"/>
            <a:ext cx="8503920" cy="1920240"/>
            <a:chOff x="0" y="0"/>
            <a:chExt cx="11338560" cy="256032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113385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2365248"/>
                  </a:lnTo>
                  <a:cubicBezTo>
                    <a:pt x="11338560" y="2472944"/>
                    <a:pt x="11251184" y="2560320"/>
                    <a:pt x="11143488" y="2560320"/>
                  </a:cubicBezTo>
                  <a:lnTo>
                    <a:pt x="195072" y="2560320"/>
                  </a:lnTo>
                  <a:cubicBezTo>
                    <a:pt x="87376" y="2560320"/>
                    <a:pt x="0" y="2472944"/>
                    <a:pt x="0" y="23652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548640" y="7680960"/>
            <a:ext cx="8503920" cy="548640"/>
            <a:chOff x="0" y="0"/>
            <a:chExt cx="11338560" cy="73152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536448"/>
                  </a:lnTo>
                  <a:cubicBezTo>
                    <a:pt x="11338560" y="644144"/>
                    <a:pt x="11251184" y="731520"/>
                    <a:pt x="11143488" y="731520"/>
                  </a:cubicBezTo>
                  <a:lnTo>
                    <a:pt x="195072" y="731520"/>
                  </a:lnTo>
                  <a:cubicBezTo>
                    <a:pt x="87376" y="731520"/>
                    <a:pt x="0" y="644144"/>
                    <a:pt x="0" y="536448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548640" y="7973568"/>
            <a:ext cx="8503920" cy="256032"/>
            <a:chOff x="0" y="0"/>
            <a:chExt cx="11338560" cy="341376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1338560" cy="341376"/>
            </a:xfrm>
            <a:custGeom>
              <a:avLst/>
              <a:gdLst/>
              <a:ahLst/>
              <a:cxnLst/>
              <a:rect r="r" b="b" t="t" l="l"/>
              <a:pathLst>
                <a:path h="341376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768096" y="7735824"/>
            <a:ext cx="8065008" cy="438912"/>
            <a:chOff x="0" y="0"/>
            <a:chExt cx="10753344" cy="58521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10753344" cy="585216"/>
            </a:xfrm>
            <a:custGeom>
              <a:avLst/>
              <a:gdLst/>
              <a:ahLst/>
              <a:cxnLst/>
              <a:rect r="r" b="b" t="t" l="l"/>
              <a:pathLst>
                <a:path h="585216" w="10753344">
                  <a:moveTo>
                    <a:pt x="0" y="0"/>
                  </a:moveTo>
                  <a:lnTo>
                    <a:pt x="10753344" y="0"/>
                  </a:lnTo>
                  <a:lnTo>
                    <a:pt x="1075334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037" r="0" b="-308037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47625"/>
              <a:ext cx="10753344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auditoria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822960" y="8321040"/>
            <a:ext cx="3474720" cy="237744"/>
            <a:chOff x="0" y="0"/>
            <a:chExt cx="4632960" cy="316992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4389120" y="8321040"/>
            <a:ext cx="4389120" cy="237744"/>
            <a:chOff x="0" y="0"/>
            <a:chExt cx="5852160" cy="316992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366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SERIAL PK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822960" y="8567928"/>
            <a:ext cx="3474720" cy="237744"/>
            <a:chOff x="0" y="0"/>
            <a:chExt cx="4632960" cy="316992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usuario_id</a:t>
              </a:r>
            </a:p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4389120" y="8567928"/>
            <a:ext cx="4389120" cy="237744"/>
            <a:chOff x="0" y="0"/>
            <a:chExt cx="5852160" cy="316992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366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 FK</a:t>
              </a:r>
            </a:p>
          </p:txBody>
        </p:sp>
      </p:grpSp>
      <p:grpSp>
        <p:nvGrpSpPr>
          <p:cNvPr name="Group 196" id="196"/>
          <p:cNvGrpSpPr/>
          <p:nvPr/>
        </p:nvGrpSpPr>
        <p:grpSpPr>
          <a:xfrm rot="0">
            <a:off x="822960" y="8814816"/>
            <a:ext cx="3474720" cy="237744"/>
            <a:chOff x="0" y="0"/>
            <a:chExt cx="4632960" cy="316992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accion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4389120" y="8814816"/>
            <a:ext cx="4389120" cy="237744"/>
            <a:chOff x="0" y="0"/>
            <a:chExt cx="5852160" cy="316992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366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VARCHAR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822960" y="9061704"/>
            <a:ext cx="3474720" cy="237744"/>
            <a:chOff x="0" y="0"/>
            <a:chExt cx="4632960" cy="316992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tabla_afectada</a:t>
              </a:r>
            </a:p>
          </p:txBody>
        </p:sp>
      </p:grpSp>
      <p:grpSp>
        <p:nvGrpSpPr>
          <p:cNvPr name="Group 205" id="205"/>
          <p:cNvGrpSpPr/>
          <p:nvPr/>
        </p:nvGrpSpPr>
        <p:grpSpPr>
          <a:xfrm rot="0">
            <a:off x="4389120" y="9061704"/>
            <a:ext cx="4389120" cy="237744"/>
            <a:chOff x="0" y="0"/>
            <a:chExt cx="5852160" cy="316992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366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VARCHAR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822960" y="9308592"/>
            <a:ext cx="3474720" cy="237744"/>
            <a:chOff x="0" y="0"/>
            <a:chExt cx="4632960" cy="316992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descripcion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4389120" y="9308592"/>
            <a:ext cx="4389120" cy="237744"/>
            <a:chOff x="0" y="0"/>
            <a:chExt cx="5852160" cy="316992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213" id="213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366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</a:t>
              </a:r>
            </a:p>
          </p:txBody>
        </p:sp>
      </p:grpSp>
      <p:grpSp>
        <p:nvGrpSpPr>
          <p:cNvPr name="Group 214" id="214"/>
          <p:cNvGrpSpPr/>
          <p:nvPr/>
        </p:nvGrpSpPr>
        <p:grpSpPr>
          <a:xfrm rot="0">
            <a:off x="9235440" y="7680960"/>
            <a:ext cx="8503920" cy="1920240"/>
            <a:chOff x="0" y="0"/>
            <a:chExt cx="11338560" cy="2560320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113385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2365248"/>
                  </a:lnTo>
                  <a:cubicBezTo>
                    <a:pt x="11338560" y="2472944"/>
                    <a:pt x="11251184" y="2560320"/>
                    <a:pt x="11143488" y="2560320"/>
                  </a:cubicBezTo>
                  <a:lnTo>
                    <a:pt x="195072" y="2560320"/>
                  </a:lnTo>
                  <a:cubicBezTo>
                    <a:pt x="87376" y="2560320"/>
                    <a:pt x="0" y="2472944"/>
                    <a:pt x="0" y="23652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9235440" y="7680960"/>
            <a:ext cx="8503920" cy="548640"/>
            <a:chOff x="0" y="0"/>
            <a:chExt cx="11338560" cy="731520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536448"/>
                  </a:lnTo>
                  <a:cubicBezTo>
                    <a:pt x="11338560" y="644144"/>
                    <a:pt x="11251184" y="731520"/>
                    <a:pt x="11143488" y="731520"/>
                  </a:cubicBezTo>
                  <a:lnTo>
                    <a:pt x="195072" y="731520"/>
                  </a:lnTo>
                  <a:cubicBezTo>
                    <a:pt x="87376" y="731520"/>
                    <a:pt x="0" y="644144"/>
                    <a:pt x="0" y="536448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235440" y="7973568"/>
            <a:ext cx="8503920" cy="256032"/>
            <a:chOff x="0" y="0"/>
            <a:chExt cx="11338560" cy="341376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11338560" cy="341376"/>
            </a:xfrm>
            <a:custGeom>
              <a:avLst/>
              <a:gdLst/>
              <a:ahLst/>
              <a:cxnLst/>
              <a:rect r="r" b="b" t="t" l="l"/>
              <a:pathLst>
                <a:path h="341376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454896" y="7735824"/>
            <a:ext cx="8065008" cy="438912"/>
            <a:chOff x="0" y="0"/>
            <a:chExt cx="10753344" cy="585216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10753344" cy="585216"/>
            </a:xfrm>
            <a:custGeom>
              <a:avLst/>
              <a:gdLst/>
              <a:ahLst/>
              <a:cxnLst/>
              <a:rect r="r" b="b" t="t" l="l"/>
              <a:pathLst>
                <a:path h="585216" w="10753344">
                  <a:moveTo>
                    <a:pt x="0" y="0"/>
                  </a:moveTo>
                  <a:lnTo>
                    <a:pt x="10753344" y="0"/>
                  </a:lnTo>
                  <a:lnTo>
                    <a:pt x="1075334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037" r="0" b="-308037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-47625"/>
              <a:ext cx="10753344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dispositivos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509760" y="8321040"/>
            <a:ext cx="3474720" cy="237744"/>
            <a:chOff x="0" y="0"/>
            <a:chExt cx="4632960" cy="316992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13075920" y="8321040"/>
            <a:ext cx="4389120" cy="237744"/>
            <a:chOff x="0" y="0"/>
            <a:chExt cx="5852160" cy="316992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0B98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SERIAL PK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09760" y="8567928"/>
            <a:ext cx="3474720" cy="237744"/>
            <a:chOff x="0" y="0"/>
            <a:chExt cx="4632960" cy="316992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nombre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13075920" y="8567928"/>
            <a:ext cx="4389120" cy="237744"/>
            <a:chOff x="0" y="0"/>
            <a:chExt cx="5852160" cy="316992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234" id="234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0B98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VARCHAR</a:t>
              </a:r>
            </a:p>
          </p:txBody>
        </p:sp>
      </p:grpSp>
      <p:grpSp>
        <p:nvGrpSpPr>
          <p:cNvPr name="Group 235" id="235"/>
          <p:cNvGrpSpPr/>
          <p:nvPr/>
        </p:nvGrpSpPr>
        <p:grpSpPr>
          <a:xfrm rot="0">
            <a:off x="9509760" y="8814816"/>
            <a:ext cx="3474720" cy="237744"/>
            <a:chOff x="0" y="0"/>
            <a:chExt cx="4632960" cy="316992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237" id="237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descripcion</a:t>
              </a:r>
            </a:p>
          </p:txBody>
        </p:sp>
      </p:grpSp>
      <p:grpSp>
        <p:nvGrpSpPr>
          <p:cNvPr name="Group 238" id="238"/>
          <p:cNvGrpSpPr/>
          <p:nvPr/>
        </p:nvGrpSpPr>
        <p:grpSpPr>
          <a:xfrm rot="0">
            <a:off x="13075920" y="8814816"/>
            <a:ext cx="4389120" cy="237744"/>
            <a:chOff x="0" y="0"/>
            <a:chExt cx="5852160" cy="316992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240" id="240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0B98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</a:t>
              </a:r>
            </a:p>
          </p:txBody>
        </p:sp>
      </p:grpSp>
      <p:grpSp>
        <p:nvGrpSpPr>
          <p:cNvPr name="Group 241" id="241"/>
          <p:cNvGrpSpPr/>
          <p:nvPr/>
        </p:nvGrpSpPr>
        <p:grpSpPr>
          <a:xfrm rot="0">
            <a:off x="9509760" y="9061704"/>
            <a:ext cx="3474720" cy="237744"/>
            <a:chOff x="0" y="0"/>
            <a:chExt cx="4632960" cy="316992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243" id="243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activo</a:t>
              </a:r>
            </a:p>
          </p:txBody>
        </p:sp>
      </p:grpSp>
      <p:grpSp>
        <p:nvGrpSpPr>
          <p:cNvPr name="Group 244" id="244"/>
          <p:cNvGrpSpPr/>
          <p:nvPr/>
        </p:nvGrpSpPr>
        <p:grpSpPr>
          <a:xfrm rot="0">
            <a:off x="13075920" y="9061704"/>
            <a:ext cx="4389120" cy="237744"/>
            <a:chOff x="0" y="0"/>
            <a:chExt cx="5852160" cy="316992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246" id="246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0B98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BOOLEAN</a:t>
              </a:r>
            </a:p>
          </p:txBody>
        </p:sp>
      </p:grpSp>
      <p:grpSp>
        <p:nvGrpSpPr>
          <p:cNvPr name="Group 247" id="247"/>
          <p:cNvGrpSpPr/>
          <p:nvPr/>
        </p:nvGrpSpPr>
        <p:grpSpPr>
          <a:xfrm rot="0">
            <a:off x="9509760" y="9308592"/>
            <a:ext cx="3474720" cy="237744"/>
            <a:chOff x="0" y="0"/>
            <a:chExt cx="4632960" cy="316992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0" y="0"/>
              <a:ext cx="4632960" cy="316992"/>
            </a:xfrm>
            <a:custGeom>
              <a:avLst/>
              <a:gdLst/>
              <a:ahLst/>
              <a:cxnLst/>
              <a:rect r="r" b="b" t="t" l="l"/>
              <a:pathLst>
                <a:path h="3169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249" id="249"/>
            <p:cNvSpPr txBox="true"/>
            <p:nvPr/>
          </p:nvSpPr>
          <p:spPr>
            <a:xfrm>
              <a:off x="0" y="-38100"/>
              <a:ext cx="4632960" cy="355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created_at</a:t>
              </a:r>
            </a:p>
          </p:txBody>
        </p:sp>
      </p:grpSp>
      <p:grpSp>
        <p:nvGrpSpPr>
          <p:cNvPr name="Group 250" id="250"/>
          <p:cNvGrpSpPr/>
          <p:nvPr/>
        </p:nvGrpSpPr>
        <p:grpSpPr>
          <a:xfrm rot="0">
            <a:off x="13075920" y="9308592"/>
            <a:ext cx="4389120" cy="237744"/>
            <a:chOff x="0" y="0"/>
            <a:chExt cx="5852160" cy="316992"/>
          </a:xfrm>
        </p:grpSpPr>
        <p:sp>
          <p:nvSpPr>
            <p:cNvPr name="Freeform 251" id="251"/>
            <p:cNvSpPr/>
            <p:nvPr/>
          </p:nvSpPr>
          <p:spPr>
            <a:xfrm flipH="false" flipV="false" rot="0">
              <a:off x="0" y="0"/>
              <a:ext cx="5852160" cy="316992"/>
            </a:xfrm>
            <a:custGeom>
              <a:avLst/>
              <a:gdLst/>
              <a:ahLst/>
              <a:cxnLst/>
              <a:rect r="r" b="b" t="t" l="l"/>
              <a:pathLst>
                <a:path h="3169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252" id="252"/>
            <p:cNvSpPr txBox="true"/>
            <p:nvPr/>
          </p:nvSpPr>
          <p:spPr>
            <a:xfrm>
              <a:off x="0" y="-28575"/>
              <a:ext cx="585216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0B98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TIMESTAMP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645920"/>
            <a:ext cx="18288000" cy="146304"/>
            <a:chOff x="0" y="0"/>
            <a:chExt cx="24384000" cy="19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274320"/>
            <a:ext cx="1005840" cy="1005840"/>
            <a:chOff x="0" y="0"/>
            <a:chExt cx="1341120" cy="134112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28800" y="219456"/>
            <a:ext cx="13716000" cy="1188720"/>
            <a:chOff x="0" y="0"/>
            <a:chExt cx="1828800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82880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P4 — Diseño de Front End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2668191"/>
            <a:ext cx="2651760" cy="585216"/>
            <a:chOff x="0" y="0"/>
            <a:chExt cx="353568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89376" y="0"/>
                  </a:lnTo>
                  <a:cubicBezTo>
                    <a:pt x="3470148" y="0"/>
                    <a:pt x="3535680" y="65532"/>
                    <a:pt x="3535680" y="146304"/>
                  </a:cubicBezTo>
                  <a:lnTo>
                    <a:pt x="3535680" y="633984"/>
                  </a:lnTo>
                  <a:cubicBezTo>
                    <a:pt x="3535680" y="714756"/>
                    <a:pt x="3470148" y="780288"/>
                    <a:pt x="3389376" y="780288"/>
                  </a:cubicBezTo>
                  <a:lnTo>
                    <a:pt x="146304" y="780288"/>
                  </a:lnTo>
                  <a:cubicBezTo>
                    <a:pt x="65532" y="780288"/>
                    <a:pt x="0" y="714756"/>
                    <a:pt x="0" y="633984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2668191"/>
            <a:ext cx="2651760" cy="585216"/>
            <a:chOff x="0" y="0"/>
            <a:chExt cx="3535680" cy="7802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535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19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474720" y="2668191"/>
            <a:ext cx="2651760" cy="585216"/>
            <a:chOff x="0" y="0"/>
            <a:chExt cx="353568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89376" y="0"/>
                  </a:lnTo>
                  <a:cubicBezTo>
                    <a:pt x="3470148" y="0"/>
                    <a:pt x="3535680" y="65532"/>
                    <a:pt x="3535680" y="146304"/>
                  </a:cubicBezTo>
                  <a:lnTo>
                    <a:pt x="3535680" y="633984"/>
                  </a:lnTo>
                  <a:cubicBezTo>
                    <a:pt x="3535680" y="714756"/>
                    <a:pt x="3470148" y="780288"/>
                    <a:pt x="3389376" y="780288"/>
                  </a:cubicBezTo>
                  <a:lnTo>
                    <a:pt x="146304" y="780288"/>
                  </a:lnTo>
                  <a:cubicBezTo>
                    <a:pt x="65532" y="780288"/>
                    <a:pt x="0" y="714756"/>
                    <a:pt x="0" y="633984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474720" y="2668191"/>
            <a:ext cx="2651760" cy="585216"/>
            <a:chOff x="0" y="0"/>
            <a:chExt cx="3535680" cy="7802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535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Vite 7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00800" y="2668191"/>
            <a:ext cx="2651760" cy="585216"/>
            <a:chOff x="0" y="0"/>
            <a:chExt cx="3535680" cy="78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89376" y="0"/>
                  </a:lnTo>
                  <a:cubicBezTo>
                    <a:pt x="3470148" y="0"/>
                    <a:pt x="3535680" y="65532"/>
                    <a:pt x="3535680" y="146304"/>
                  </a:cubicBezTo>
                  <a:lnTo>
                    <a:pt x="3535680" y="633984"/>
                  </a:lnTo>
                  <a:cubicBezTo>
                    <a:pt x="3535680" y="714756"/>
                    <a:pt x="3470148" y="780288"/>
                    <a:pt x="3389376" y="780288"/>
                  </a:cubicBezTo>
                  <a:lnTo>
                    <a:pt x="146304" y="780288"/>
                  </a:lnTo>
                  <a:cubicBezTo>
                    <a:pt x="65532" y="780288"/>
                    <a:pt x="0" y="714756"/>
                    <a:pt x="0" y="633984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0" y="2668191"/>
            <a:ext cx="2651760" cy="585216"/>
            <a:chOff x="0" y="0"/>
            <a:chExt cx="353568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535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Recharts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26880" y="2668191"/>
            <a:ext cx="2651760" cy="585216"/>
            <a:chOff x="0" y="0"/>
            <a:chExt cx="3535680" cy="780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89376" y="0"/>
                  </a:lnTo>
                  <a:cubicBezTo>
                    <a:pt x="3470148" y="0"/>
                    <a:pt x="3535680" y="65532"/>
                    <a:pt x="3535680" y="146304"/>
                  </a:cubicBezTo>
                  <a:lnTo>
                    <a:pt x="3535680" y="633984"/>
                  </a:lnTo>
                  <a:cubicBezTo>
                    <a:pt x="3535680" y="714756"/>
                    <a:pt x="3470148" y="780288"/>
                    <a:pt x="3389376" y="780288"/>
                  </a:cubicBezTo>
                  <a:lnTo>
                    <a:pt x="146304" y="780288"/>
                  </a:lnTo>
                  <a:cubicBezTo>
                    <a:pt x="65532" y="780288"/>
                    <a:pt x="0" y="714756"/>
                    <a:pt x="0" y="633984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26880" y="2668191"/>
            <a:ext cx="2651760" cy="585216"/>
            <a:chOff x="0" y="0"/>
            <a:chExt cx="3535680" cy="780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535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WebSocket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52960" y="2668191"/>
            <a:ext cx="2651760" cy="585216"/>
            <a:chOff x="0" y="0"/>
            <a:chExt cx="353568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89376" y="0"/>
                  </a:lnTo>
                  <a:cubicBezTo>
                    <a:pt x="3470148" y="0"/>
                    <a:pt x="3535680" y="65532"/>
                    <a:pt x="3535680" y="146304"/>
                  </a:cubicBezTo>
                  <a:lnTo>
                    <a:pt x="3535680" y="633984"/>
                  </a:lnTo>
                  <a:cubicBezTo>
                    <a:pt x="3535680" y="714756"/>
                    <a:pt x="3470148" y="780288"/>
                    <a:pt x="3389376" y="780288"/>
                  </a:cubicBezTo>
                  <a:lnTo>
                    <a:pt x="146304" y="780288"/>
                  </a:lnTo>
                  <a:cubicBezTo>
                    <a:pt x="65532" y="780288"/>
                    <a:pt x="0" y="714756"/>
                    <a:pt x="0" y="63398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252960" y="2668191"/>
            <a:ext cx="2651760" cy="585216"/>
            <a:chOff x="0" y="0"/>
            <a:chExt cx="3535680" cy="7802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535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JWT Cookie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179040" y="2668191"/>
            <a:ext cx="2651760" cy="585216"/>
            <a:chOff x="0" y="0"/>
            <a:chExt cx="3535680" cy="780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89376" y="0"/>
                  </a:lnTo>
                  <a:cubicBezTo>
                    <a:pt x="3470148" y="0"/>
                    <a:pt x="3535680" y="65532"/>
                    <a:pt x="3535680" y="146304"/>
                  </a:cubicBezTo>
                  <a:lnTo>
                    <a:pt x="3535680" y="633984"/>
                  </a:lnTo>
                  <a:cubicBezTo>
                    <a:pt x="3535680" y="714756"/>
                    <a:pt x="3470148" y="780288"/>
                    <a:pt x="3389376" y="780288"/>
                  </a:cubicBezTo>
                  <a:lnTo>
                    <a:pt x="146304" y="780288"/>
                  </a:lnTo>
                  <a:cubicBezTo>
                    <a:pt x="65532" y="780288"/>
                    <a:pt x="0" y="714756"/>
                    <a:pt x="0" y="633984"/>
                  </a:cubicBez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179040" y="2668191"/>
            <a:ext cx="2651760" cy="585216"/>
            <a:chOff x="0" y="0"/>
            <a:chExt cx="3535680" cy="7802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535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Tailwind/CSS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48640" y="3491151"/>
            <a:ext cx="10058400" cy="512064"/>
            <a:chOff x="0" y="0"/>
            <a:chExt cx="1341120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3411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WIDGETS DEL DASHBOARD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8640" y="4167807"/>
            <a:ext cx="3200400" cy="914400"/>
            <a:chOff x="0" y="0"/>
            <a:chExt cx="426720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20896" y="0"/>
                  </a:lnTo>
                  <a:cubicBezTo>
                    <a:pt x="4201668" y="0"/>
                    <a:pt x="4267200" y="65532"/>
                    <a:pt x="4267200" y="146304"/>
                  </a:cubicBezTo>
                  <a:lnTo>
                    <a:pt x="4267200" y="1072896"/>
                  </a:lnTo>
                  <a:cubicBezTo>
                    <a:pt x="4267200" y="1153668"/>
                    <a:pt x="4201668" y="1219200"/>
                    <a:pt x="4120896" y="1219200"/>
                  </a:cubicBezTo>
                  <a:lnTo>
                    <a:pt x="146304" y="1219200"/>
                  </a:lnTo>
                  <a:cubicBezTo>
                    <a:pt x="65532" y="1219200"/>
                    <a:pt x="0" y="1153668"/>
                    <a:pt x="0" y="1072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31520" y="4350687"/>
            <a:ext cx="512064" cy="512064"/>
            <a:chOff x="0" y="0"/>
            <a:chExt cx="682752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53312" y="4240959"/>
            <a:ext cx="2286000" cy="402336"/>
            <a:chOff x="0" y="0"/>
            <a:chExt cx="3048000" cy="5364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DHT22 Batería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53312" y="4643295"/>
            <a:ext cx="2286000" cy="365760"/>
            <a:chOff x="0" y="0"/>
            <a:chExt cx="3048000" cy="4876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3048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Barras animadas Temp + Humedad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931920" y="4167807"/>
            <a:ext cx="3200400" cy="914400"/>
            <a:chOff x="0" y="0"/>
            <a:chExt cx="4267200" cy="1219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20896" y="0"/>
                  </a:lnTo>
                  <a:cubicBezTo>
                    <a:pt x="4201668" y="0"/>
                    <a:pt x="4267200" y="65532"/>
                    <a:pt x="4267200" y="146304"/>
                  </a:cubicBezTo>
                  <a:lnTo>
                    <a:pt x="4267200" y="1072896"/>
                  </a:lnTo>
                  <a:cubicBezTo>
                    <a:pt x="4267200" y="1153668"/>
                    <a:pt x="4201668" y="1219200"/>
                    <a:pt x="4120896" y="1219200"/>
                  </a:cubicBezTo>
                  <a:lnTo>
                    <a:pt x="146304" y="1219200"/>
                  </a:lnTo>
                  <a:cubicBezTo>
                    <a:pt x="65532" y="1219200"/>
                    <a:pt x="0" y="1153668"/>
                    <a:pt x="0" y="1072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114800" y="4350687"/>
            <a:ext cx="512064" cy="512064"/>
            <a:chOff x="0" y="0"/>
            <a:chExt cx="682752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36592" y="4240959"/>
            <a:ext cx="2286000" cy="402336"/>
            <a:chOff x="0" y="0"/>
            <a:chExt cx="3048000" cy="5364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GY-50 Brújula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736592" y="4643295"/>
            <a:ext cx="2286000" cy="365760"/>
            <a:chOff x="0" y="0"/>
            <a:chExt cx="3048000" cy="4876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3048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SVG compass · heading integrado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315200" y="4167807"/>
            <a:ext cx="3200400" cy="914400"/>
            <a:chOff x="0" y="0"/>
            <a:chExt cx="4267200" cy="1219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20896" y="0"/>
                  </a:lnTo>
                  <a:cubicBezTo>
                    <a:pt x="4201668" y="0"/>
                    <a:pt x="4267200" y="65532"/>
                    <a:pt x="4267200" y="146304"/>
                  </a:cubicBezTo>
                  <a:lnTo>
                    <a:pt x="4267200" y="1072896"/>
                  </a:lnTo>
                  <a:cubicBezTo>
                    <a:pt x="4267200" y="1153668"/>
                    <a:pt x="4201668" y="1219200"/>
                    <a:pt x="4120896" y="1219200"/>
                  </a:cubicBezTo>
                  <a:lnTo>
                    <a:pt x="146304" y="1219200"/>
                  </a:lnTo>
                  <a:cubicBezTo>
                    <a:pt x="65532" y="1219200"/>
                    <a:pt x="0" y="1153668"/>
                    <a:pt x="0" y="1072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498080" y="4350687"/>
            <a:ext cx="512064" cy="512064"/>
            <a:chOff x="0" y="0"/>
            <a:chExt cx="682752" cy="6827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119872" y="4240959"/>
            <a:ext cx="2286000" cy="402336"/>
            <a:chOff x="0" y="0"/>
            <a:chExt cx="3048000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HC-SR04 5 ángulos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119872" y="4643295"/>
            <a:ext cx="2286000" cy="365760"/>
            <a:chOff x="0" y="0"/>
            <a:chExt cx="3048000" cy="4876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3048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Barras: 0/45/90/135/180° + fijo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48640" y="5228511"/>
            <a:ext cx="3200400" cy="914400"/>
            <a:chOff x="0" y="0"/>
            <a:chExt cx="426720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20896" y="0"/>
                  </a:lnTo>
                  <a:cubicBezTo>
                    <a:pt x="4201668" y="0"/>
                    <a:pt x="4267200" y="65532"/>
                    <a:pt x="4267200" y="146304"/>
                  </a:cubicBezTo>
                  <a:lnTo>
                    <a:pt x="4267200" y="1072896"/>
                  </a:lnTo>
                  <a:cubicBezTo>
                    <a:pt x="4267200" y="1153668"/>
                    <a:pt x="4201668" y="1219200"/>
                    <a:pt x="4120896" y="1219200"/>
                  </a:cubicBezTo>
                  <a:lnTo>
                    <a:pt x="146304" y="1219200"/>
                  </a:lnTo>
                  <a:cubicBezTo>
                    <a:pt x="65532" y="1219200"/>
                    <a:pt x="0" y="1153668"/>
                    <a:pt x="0" y="1072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31520" y="5411391"/>
            <a:ext cx="512064" cy="512064"/>
            <a:chOff x="0" y="0"/>
            <a:chExt cx="682752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53312" y="5301663"/>
            <a:ext cx="2286000" cy="402336"/>
            <a:chOff x="0" y="0"/>
            <a:chExt cx="3048000" cy="53644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Servomotor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53312" y="5703999"/>
            <a:ext cx="2286000" cy="365760"/>
            <a:chOff x="0" y="0"/>
            <a:chExt cx="3048000" cy="4876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3048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Gauge semicircular SVG 0–180°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3931920" y="5228511"/>
            <a:ext cx="3200400" cy="914400"/>
            <a:chOff x="0" y="0"/>
            <a:chExt cx="4267200" cy="1219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20896" y="0"/>
                  </a:lnTo>
                  <a:cubicBezTo>
                    <a:pt x="4201668" y="0"/>
                    <a:pt x="4267200" y="65532"/>
                    <a:pt x="4267200" y="146304"/>
                  </a:cubicBezTo>
                  <a:lnTo>
                    <a:pt x="4267200" y="1072896"/>
                  </a:lnTo>
                  <a:cubicBezTo>
                    <a:pt x="4267200" y="1153668"/>
                    <a:pt x="4201668" y="1219200"/>
                    <a:pt x="4120896" y="1219200"/>
                  </a:cubicBezTo>
                  <a:lnTo>
                    <a:pt x="146304" y="1219200"/>
                  </a:lnTo>
                  <a:cubicBezTo>
                    <a:pt x="65532" y="1219200"/>
                    <a:pt x="0" y="1153668"/>
                    <a:pt x="0" y="1072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4114800" y="5411391"/>
            <a:ext cx="512064" cy="512064"/>
            <a:chOff x="0" y="0"/>
            <a:chExt cx="682752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4736592" y="5301663"/>
            <a:ext cx="2286000" cy="402336"/>
            <a:chOff x="0" y="0"/>
            <a:chExt cx="3048000" cy="53644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Drako 3D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4736592" y="5703999"/>
            <a:ext cx="2286000" cy="365760"/>
            <a:chOff x="0" y="0"/>
            <a:chExt cx="3048000" cy="4876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3048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RobotCar3D con distIzq/distDer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7315200" y="5228511"/>
            <a:ext cx="3200400" cy="914400"/>
            <a:chOff x="0" y="0"/>
            <a:chExt cx="4267200" cy="1219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20896" y="0"/>
                  </a:lnTo>
                  <a:cubicBezTo>
                    <a:pt x="4201668" y="0"/>
                    <a:pt x="4267200" y="65532"/>
                    <a:pt x="4267200" y="146304"/>
                  </a:cubicBezTo>
                  <a:lnTo>
                    <a:pt x="4267200" y="1072896"/>
                  </a:lnTo>
                  <a:cubicBezTo>
                    <a:pt x="4267200" y="1153668"/>
                    <a:pt x="4201668" y="1219200"/>
                    <a:pt x="4120896" y="1219200"/>
                  </a:cubicBezTo>
                  <a:lnTo>
                    <a:pt x="146304" y="1219200"/>
                  </a:lnTo>
                  <a:cubicBezTo>
                    <a:pt x="65532" y="1219200"/>
                    <a:pt x="0" y="1153668"/>
                    <a:pt x="0" y="1072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7498080" y="5411391"/>
            <a:ext cx="512064" cy="512064"/>
            <a:chOff x="0" y="0"/>
            <a:chExt cx="682752" cy="68275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119872" y="5301663"/>
            <a:ext cx="2286000" cy="402336"/>
            <a:chOff x="0" y="0"/>
            <a:chExt cx="3048000" cy="5364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Gráfica DHT22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119872" y="5703999"/>
            <a:ext cx="2286000" cy="365760"/>
            <a:chOff x="0" y="0"/>
            <a:chExt cx="304800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3048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ComposedChart histórico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48640" y="6289215"/>
            <a:ext cx="3200400" cy="914400"/>
            <a:chOff x="0" y="0"/>
            <a:chExt cx="4267200" cy="12192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20896" y="0"/>
                  </a:lnTo>
                  <a:cubicBezTo>
                    <a:pt x="4201668" y="0"/>
                    <a:pt x="4267200" y="65532"/>
                    <a:pt x="4267200" y="146304"/>
                  </a:cubicBezTo>
                  <a:lnTo>
                    <a:pt x="4267200" y="1072896"/>
                  </a:lnTo>
                  <a:cubicBezTo>
                    <a:pt x="4267200" y="1153668"/>
                    <a:pt x="4201668" y="1219200"/>
                    <a:pt x="4120896" y="1219200"/>
                  </a:cubicBezTo>
                  <a:lnTo>
                    <a:pt x="146304" y="1219200"/>
                  </a:lnTo>
                  <a:cubicBezTo>
                    <a:pt x="65532" y="1219200"/>
                    <a:pt x="0" y="1153668"/>
                    <a:pt x="0" y="1072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731520" y="6472095"/>
            <a:ext cx="512064" cy="512064"/>
            <a:chOff x="0" y="0"/>
            <a:chExt cx="682752" cy="6827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53312" y="6362367"/>
            <a:ext cx="2286000" cy="402336"/>
            <a:chOff x="0" y="0"/>
            <a:chExt cx="3048000" cy="53644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HC-SR04 Fijo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353312" y="6764703"/>
            <a:ext cx="2286000" cy="365760"/>
            <a:chOff x="0" y="0"/>
            <a:chExt cx="3048000" cy="4876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3048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AreaChart distancia frontal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3931920" y="6289215"/>
            <a:ext cx="3200400" cy="914400"/>
            <a:chOff x="0" y="0"/>
            <a:chExt cx="4267200" cy="12192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20896" y="0"/>
                  </a:lnTo>
                  <a:cubicBezTo>
                    <a:pt x="4201668" y="0"/>
                    <a:pt x="4267200" y="65532"/>
                    <a:pt x="4267200" y="146304"/>
                  </a:cubicBezTo>
                  <a:lnTo>
                    <a:pt x="4267200" y="1072896"/>
                  </a:lnTo>
                  <a:cubicBezTo>
                    <a:pt x="4267200" y="1153668"/>
                    <a:pt x="4201668" y="1219200"/>
                    <a:pt x="4120896" y="1219200"/>
                  </a:cubicBezTo>
                  <a:lnTo>
                    <a:pt x="146304" y="1219200"/>
                  </a:lnTo>
                  <a:cubicBezTo>
                    <a:pt x="65532" y="1219200"/>
                    <a:pt x="0" y="1153668"/>
                    <a:pt x="0" y="1072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4114800" y="6472095"/>
            <a:ext cx="512064" cy="512064"/>
            <a:chOff x="0" y="0"/>
            <a:chExt cx="682752" cy="68275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736592" y="6362367"/>
            <a:ext cx="2286000" cy="402336"/>
            <a:chOff x="0" y="0"/>
            <a:chExt cx="3048000" cy="5364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HC-SR04 Móvil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4736592" y="6764703"/>
            <a:ext cx="2286000" cy="365760"/>
            <a:chOff x="0" y="0"/>
            <a:chExt cx="3048000" cy="48768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3048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LineChart 5 series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7315200" y="6289215"/>
            <a:ext cx="3200400" cy="914400"/>
            <a:chOff x="0" y="0"/>
            <a:chExt cx="4267200" cy="12192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20896" y="0"/>
                  </a:lnTo>
                  <a:cubicBezTo>
                    <a:pt x="4201668" y="0"/>
                    <a:pt x="4267200" y="65532"/>
                    <a:pt x="4267200" y="146304"/>
                  </a:cubicBezTo>
                  <a:lnTo>
                    <a:pt x="4267200" y="1072896"/>
                  </a:lnTo>
                  <a:cubicBezTo>
                    <a:pt x="4267200" y="1153668"/>
                    <a:pt x="4201668" y="1219200"/>
                    <a:pt x="4120896" y="1219200"/>
                  </a:cubicBezTo>
                  <a:lnTo>
                    <a:pt x="146304" y="1219200"/>
                  </a:lnTo>
                  <a:cubicBezTo>
                    <a:pt x="65532" y="1219200"/>
                    <a:pt x="0" y="1153668"/>
                    <a:pt x="0" y="1072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7498080" y="6472095"/>
            <a:ext cx="512064" cy="512064"/>
            <a:chOff x="0" y="0"/>
            <a:chExt cx="682752" cy="68275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8119872" y="6362367"/>
            <a:ext cx="2286000" cy="402336"/>
            <a:chOff x="0" y="0"/>
            <a:chExt cx="3048000" cy="53644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GY-50 Estabilidad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8119872" y="6764703"/>
            <a:ext cx="2286000" cy="365760"/>
            <a:chOff x="0" y="0"/>
            <a:chExt cx="3048000" cy="48768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3048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LineChart Pitch/Roll/Yaw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548640" y="7349919"/>
            <a:ext cx="3200400" cy="914400"/>
            <a:chOff x="0" y="0"/>
            <a:chExt cx="4267200" cy="12192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20896" y="0"/>
                  </a:lnTo>
                  <a:cubicBezTo>
                    <a:pt x="4201668" y="0"/>
                    <a:pt x="4267200" y="65532"/>
                    <a:pt x="4267200" y="146304"/>
                  </a:cubicBezTo>
                  <a:lnTo>
                    <a:pt x="4267200" y="1072896"/>
                  </a:lnTo>
                  <a:cubicBezTo>
                    <a:pt x="4267200" y="1153668"/>
                    <a:pt x="4201668" y="1219200"/>
                    <a:pt x="4120896" y="1219200"/>
                  </a:cubicBezTo>
                  <a:lnTo>
                    <a:pt x="146304" y="1219200"/>
                  </a:lnTo>
                  <a:cubicBezTo>
                    <a:pt x="65532" y="1219200"/>
                    <a:pt x="0" y="1153668"/>
                    <a:pt x="0" y="1072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731520" y="7532799"/>
            <a:ext cx="512064" cy="512064"/>
            <a:chOff x="0" y="0"/>
            <a:chExt cx="682752" cy="68275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1353312" y="7423071"/>
            <a:ext cx="2286000" cy="402336"/>
            <a:chOff x="0" y="0"/>
            <a:chExt cx="3048000" cy="53644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Motores DC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353312" y="7825407"/>
            <a:ext cx="2286000" cy="365760"/>
            <a:chOff x="0" y="0"/>
            <a:chExt cx="3048000" cy="48768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28575"/>
              <a:ext cx="3048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cards PWM + dirección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3931920" y="7349919"/>
            <a:ext cx="3200400" cy="914400"/>
            <a:chOff x="0" y="0"/>
            <a:chExt cx="4267200" cy="12192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20896" y="0"/>
                  </a:lnTo>
                  <a:cubicBezTo>
                    <a:pt x="4201668" y="0"/>
                    <a:pt x="4267200" y="65532"/>
                    <a:pt x="4267200" y="146304"/>
                  </a:cubicBezTo>
                  <a:lnTo>
                    <a:pt x="4267200" y="1072896"/>
                  </a:lnTo>
                  <a:cubicBezTo>
                    <a:pt x="4267200" y="1153668"/>
                    <a:pt x="4201668" y="1219200"/>
                    <a:pt x="4120896" y="1219200"/>
                  </a:cubicBezTo>
                  <a:lnTo>
                    <a:pt x="146304" y="1219200"/>
                  </a:lnTo>
                  <a:cubicBezTo>
                    <a:pt x="65532" y="1219200"/>
                    <a:pt x="0" y="1153668"/>
                    <a:pt x="0" y="1072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4114800" y="7532799"/>
            <a:ext cx="512064" cy="512064"/>
            <a:chOff x="0" y="0"/>
            <a:chExt cx="682752" cy="68275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4736592" y="7423071"/>
            <a:ext cx="2286000" cy="402336"/>
            <a:chOff x="0" y="0"/>
            <a:chExt cx="3048000" cy="53644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Auditoría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4736592" y="7825407"/>
            <a:ext cx="2286000" cy="365760"/>
            <a:chOff x="0" y="0"/>
            <a:chExt cx="3048000" cy="48768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28575"/>
              <a:ext cx="3048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 de eventos del sistema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0332720" y="3491151"/>
            <a:ext cx="7498080" cy="512064"/>
            <a:chOff x="0" y="0"/>
            <a:chExt cx="9997440" cy="682752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FRONTEND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0332720" y="4167807"/>
            <a:ext cx="7498080" cy="1133856"/>
            <a:chOff x="0" y="0"/>
            <a:chExt cx="9997440" cy="151180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99974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9974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9826752" y="0"/>
                  </a:lnTo>
                  <a:cubicBezTo>
                    <a:pt x="9920986" y="0"/>
                    <a:pt x="9997440" y="76454"/>
                    <a:pt x="9997440" y="170688"/>
                  </a:cubicBezTo>
                  <a:lnTo>
                    <a:pt x="9997440" y="1341120"/>
                  </a:lnTo>
                  <a:cubicBezTo>
                    <a:pt x="9997440" y="1435354"/>
                    <a:pt x="9920986" y="1511808"/>
                    <a:pt x="9826752" y="1511808"/>
                  </a:cubicBezTo>
                  <a:lnTo>
                    <a:pt x="170688" y="1511808"/>
                  </a:lnTo>
                  <a:cubicBezTo>
                    <a:pt x="76454" y="1511808"/>
                    <a:pt x="0" y="1435354"/>
                    <a:pt x="0" y="1341120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0607040" y="4277535"/>
            <a:ext cx="1645920" cy="365760"/>
            <a:chOff x="0" y="0"/>
            <a:chExt cx="2194560" cy="48768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19456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21945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Rutas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0607040" y="4643295"/>
            <a:ext cx="7040880" cy="548640"/>
            <a:chOff x="0" y="0"/>
            <a:chExt cx="9387840" cy="73152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Landing → Login (modal) → Dashboard / Admin / Profile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0332720" y="5447967"/>
            <a:ext cx="7498080" cy="1133856"/>
            <a:chOff x="0" y="0"/>
            <a:chExt cx="9997440" cy="151180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99974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9974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9826752" y="0"/>
                  </a:lnTo>
                  <a:cubicBezTo>
                    <a:pt x="9920986" y="0"/>
                    <a:pt x="9997440" y="76454"/>
                    <a:pt x="9997440" y="170688"/>
                  </a:cubicBezTo>
                  <a:lnTo>
                    <a:pt x="9997440" y="1341120"/>
                  </a:lnTo>
                  <a:cubicBezTo>
                    <a:pt x="9997440" y="1435354"/>
                    <a:pt x="9920986" y="1511808"/>
                    <a:pt x="9826752" y="1511808"/>
                  </a:cubicBezTo>
                  <a:lnTo>
                    <a:pt x="170688" y="1511808"/>
                  </a:lnTo>
                  <a:cubicBezTo>
                    <a:pt x="76454" y="1511808"/>
                    <a:pt x="0" y="1435354"/>
                    <a:pt x="0" y="1341120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0607040" y="5557695"/>
            <a:ext cx="1645920" cy="365760"/>
            <a:chOff x="0" y="0"/>
            <a:chExt cx="2194560" cy="48768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19456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21945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Sesión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0607040" y="5923455"/>
            <a:ext cx="7040880" cy="548640"/>
            <a:chOff x="0" y="0"/>
            <a:chExt cx="9387840" cy="73152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Cookie auth_drako · SameSite=Strict · 8h · clearAllCookies() en logout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0332720" y="6728127"/>
            <a:ext cx="7498080" cy="1133856"/>
            <a:chOff x="0" y="0"/>
            <a:chExt cx="9997440" cy="1511808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99974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9974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9826752" y="0"/>
                  </a:lnTo>
                  <a:cubicBezTo>
                    <a:pt x="9920986" y="0"/>
                    <a:pt x="9997440" y="76454"/>
                    <a:pt x="9997440" y="170688"/>
                  </a:cubicBezTo>
                  <a:lnTo>
                    <a:pt x="9997440" y="1341120"/>
                  </a:lnTo>
                  <a:cubicBezTo>
                    <a:pt x="9997440" y="1435354"/>
                    <a:pt x="9920986" y="1511808"/>
                    <a:pt x="9826752" y="1511808"/>
                  </a:cubicBezTo>
                  <a:lnTo>
                    <a:pt x="170688" y="1511808"/>
                  </a:lnTo>
                  <a:cubicBezTo>
                    <a:pt x="76454" y="1511808"/>
                    <a:pt x="0" y="1435354"/>
                    <a:pt x="0" y="1341120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0607040" y="6837855"/>
            <a:ext cx="1645920" cy="365760"/>
            <a:chOff x="0" y="0"/>
            <a:chExt cx="2194560" cy="48768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19456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38100"/>
              <a:ext cx="21945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WS Client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0607040" y="7203615"/>
            <a:ext cx="7040880" cy="548640"/>
            <a:chOff x="0" y="0"/>
            <a:chExt cx="9387840" cy="73152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ws://host/ws-dashboard · Reconexión 1.2s · Poll realtime 1.5s / data 10s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0332720" y="8008287"/>
            <a:ext cx="7498080" cy="1133856"/>
            <a:chOff x="0" y="0"/>
            <a:chExt cx="9997440" cy="1511808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99974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9974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9826752" y="0"/>
                  </a:lnTo>
                  <a:cubicBezTo>
                    <a:pt x="9920986" y="0"/>
                    <a:pt x="9997440" y="76454"/>
                    <a:pt x="9997440" y="170688"/>
                  </a:cubicBezTo>
                  <a:lnTo>
                    <a:pt x="9997440" y="1341120"/>
                  </a:lnTo>
                  <a:cubicBezTo>
                    <a:pt x="9997440" y="1435354"/>
                    <a:pt x="9920986" y="1511808"/>
                    <a:pt x="9826752" y="1511808"/>
                  </a:cubicBezTo>
                  <a:lnTo>
                    <a:pt x="170688" y="1511808"/>
                  </a:lnTo>
                  <a:cubicBezTo>
                    <a:pt x="76454" y="1511808"/>
                    <a:pt x="0" y="1435354"/>
                    <a:pt x="0" y="1341120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10607040" y="8118015"/>
            <a:ext cx="1645920" cy="365760"/>
            <a:chOff x="0" y="0"/>
            <a:chExt cx="2194560" cy="48768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19456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38100"/>
              <a:ext cx="21945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Seguridad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10607040" y="8483775"/>
            <a:ext cx="7040880" cy="548640"/>
            <a:chOff x="0" y="0"/>
            <a:chExt cx="9387840" cy="73152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en cookie HttpOnly · bcrypt hashes · scrypt$ legado soportado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645920"/>
            <a:ext cx="18288000" cy="146304"/>
            <a:chOff x="0" y="0"/>
            <a:chExt cx="24384000" cy="19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274320"/>
            <a:ext cx="1005840" cy="1005840"/>
            <a:chOff x="0" y="0"/>
            <a:chExt cx="1341120" cy="134112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28800" y="219456"/>
            <a:ext cx="13716000" cy="1188720"/>
            <a:chOff x="0" y="0"/>
            <a:chExt cx="1828800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82880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P5 — Desarrollo del Script MicroPython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920240"/>
            <a:ext cx="17190720" cy="512064"/>
            <a:chOff x="0" y="0"/>
            <a:chExt cx="2292096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920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99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LÓGICA DE NAVEGACIÓN AUTÓNOMA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2596896"/>
            <a:ext cx="4023360" cy="2103120"/>
            <a:chOff x="0" y="0"/>
            <a:chExt cx="5364480" cy="2804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6448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2560320"/>
                  </a:lnTo>
                  <a:cubicBezTo>
                    <a:pt x="5364480" y="2694940"/>
                    <a:pt x="5255260" y="2804160"/>
                    <a:pt x="5120640" y="2804160"/>
                  </a:cubicBezTo>
                  <a:lnTo>
                    <a:pt x="243840" y="2804160"/>
                  </a:lnTo>
                  <a:cubicBezTo>
                    <a:pt x="109220" y="2804160"/>
                    <a:pt x="0" y="2694940"/>
                    <a:pt x="0" y="25603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8368" y="2706624"/>
            <a:ext cx="768096" cy="768096"/>
            <a:chOff x="0" y="0"/>
            <a:chExt cx="1024128" cy="1024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58368" y="2706624"/>
            <a:ext cx="768096" cy="768096"/>
            <a:chOff x="0" y="0"/>
            <a:chExt cx="1024128" cy="10241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72768" y="2779776"/>
            <a:ext cx="2852928" cy="548640"/>
            <a:chOff x="0" y="0"/>
            <a:chExt cx="3803904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03904" cy="731520"/>
            </a:xfrm>
            <a:custGeom>
              <a:avLst/>
              <a:gdLst/>
              <a:ahLst/>
              <a:cxnLst/>
              <a:rect r="r" b="b" t="t" l="l"/>
              <a:pathLst>
                <a:path h="73152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8039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Botón Pin 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68096" y="3511296"/>
            <a:ext cx="3657600" cy="1060704"/>
            <a:chOff x="0" y="0"/>
            <a:chExt cx="4876800" cy="14142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76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768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Toggle robot_on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LED estado Pin 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589526" y="3620262"/>
            <a:ext cx="294132" cy="38100"/>
            <a:chOff x="0" y="0"/>
            <a:chExt cx="392176" cy="50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2176" cy="50800"/>
            </a:xfrm>
            <a:custGeom>
              <a:avLst/>
              <a:gdLst/>
              <a:ahLst/>
              <a:cxnLst/>
              <a:rect r="r" b="b" t="t" l="l"/>
              <a:pathLst>
                <a:path h="50800" w="392176">
                  <a:moveTo>
                    <a:pt x="0" y="0"/>
                  </a:moveTo>
                  <a:lnTo>
                    <a:pt x="392176" y="508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100424" r="0" b="-100424"/>
              </a:stretch>
            </a:blipFill>
            <a:ln w="381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901184" y="2596896"/>
            <a:ext cx="4023360" cy="2103120"/>
            <a:chOff x="0" y="0"/>
            <a:chExt cx="5364480" cy="28041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2560320"/>
                  </a:lnTo>
                  <a:cubicBezTo>
                    <a:pt x="5364480" y="2694940"/>
                    <a:pt x="5255260" y="2804160"/>
                    <a:pt x="5120640" y="2804160"/>
                  </a:cubicBezTo>
                  <a:lnTo>
                    <a:pt x="243840" y="2804160"/>
                  </a:lnTo>
                  <a:cubicBezTo>
                    <a:pt x="109220" y="2804160"/>
                    <a:pt x="0" y="2694940"/>
                    <a:pt x="0" y="25603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010912" y="2706624"/>
            <a:ext cx="768096" cy="768096"/>
            <a:chOff x="0" y="0"/>
            <a:chExt cx="1024128" cy="10241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010912" y="2706624"/>
            <a:ext cx="768096" cy="768096"/>
            <a:chOff x="0" y="0"/>
            <a:chExt cx="1024128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925312" y="2779776"/>
            <a:ext cx="2852928" cy="548640"/>
            <a:chOff x="0" y="0"/>
            <a:chExt cx="3803904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03904" cy="731520"/>
            </a:xfrm>
            <a:custGeom>
              <a:avLst/>
              <a:gdLst/>
              <a:ahLst/>
              <a:cxnLst/>
              <a:rect r="r" b="b" t="t" l="l"/>
              <a:pathLst>
                <a:path h="73152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38039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Inicialización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120640" y="3511296"/>
            <a:ext cx="3657600" cy="1060704"/>
            <a:chOff x="0" y="0"/>
            <a:chExt cx="4876800" cy="14142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76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8768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init_gyro()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calibrate_gyro(50)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reset heading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942070" y="3620262"/>
            <a:ext cx="294132" cy="38100"/>
            <a:chOff x="0" y="0"/>
            <a:chExt cx="392176" cy="50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2176" cy="50800"/>
            </a:xfrm>
            <a:custGeom>
              <a:avLst/>
              <a:gdLst/>
              <a:ahLst/>
              <a:cxnLst/>
              <a:rect r="r" b="b" t="t" l="l"/>
              <a:pathLst>
                <a:path h="50800" w="392176">
                  <a:moveTo>
                    <a:pt x="0" y="0"/>
                  </a:moveTo>
                  <a:lnTo>
                    <a:pt x="392176" y="508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100424" r="0" b="-100424"/>
              </a:stretch>
            </a:blipFill>
            <a:ln w="381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253728" y="2596896"/>
            <a:ext cx="4023360" cy="2103120"/>
            <a:chOff x="0" y="0"/>
            <a:chExt cx="5364480" cy="2804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6448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2560320"/>
                  </a:lnTo>
                  <a:cubicBezTo>
                    <a:pt x="5364480" y="2694940"/>
                    <a:pt x="5255260" y="2804160"/>
                    <a:pt x="5120640" y="2804160"/>
                  </a:cubicBezTo>
                  <a:lnTo>
                    <a:pt x="243840" y="2804160"/>
                  </a:lnTo>
                  <a:cubicBezTo>
                    <a:pt x="109220" y="2804160"/>
                    <a:pt x="0" y="2694940"/>
                    <a:pt x="0" y="25603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63456" y="2706624"/>
            <a:ext cx="768096" cy="768096"/>
            <a:chOff x="0" y="0"/>
            <a:chExt cx="1024128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363456" y="2706624"/>
            <a:ext cx="768096" cy="768096"/>
            <a:chOff x="0" y="0"/>
            <a:chExt cx="1024128" cy="10241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277856" y="2779776"/>
            <a:ext cx="2852928" cy="548640"/>
            <a:chOff x="0" y="0"/>
            <a:chExt cx="3803904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803904" cy="731520"/>
            </a:xfrm>
            <a:custGeom>
              <a:avLst/>
              <a:gdLst/>
              <a:ahLst/>
              <a:cxnLst/>
              <a:rect r="r" b="b" t="t" l="l"/>
              <a:pathLst>
                <a:path h="73152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38039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Loop ~80ms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73184" y="3511296"/>
            <a:ext cx="3657600" cy="1060704"/>
            <a:chOff x="0" y="0"/>
            <a:chExt cx="4876800" cy="14142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76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8768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Barrido servo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0→180→0 / 45°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294614" y="3620262"/>
            <a:ext cx="294132" cy="38100"/>
            <a:chOff x="0" y="0"/>
            <a:chExt cx="392176" cy="50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92176" cy="50800"/>
            </a:xfrm>
            <a:custGeom>
              <a:avLst/>
              <a:gdLst/>
              <a:ahLst/>
              <a:cxnLst/>
              <a:rect r="r" b="b" t="t" l="l"/>
              <a:pathLst>
                <a:path h="50800" w="392176">
                  <a:moveTo>
                    <a:pt x="0" y="0"/>
                  </a:moveTo>
                  <a:lnTo>
                    <a:pt x="392176" y="508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100424" r="0" b="-100424"/>
              </a:stretch>
            </a:blip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3606272" y="2596896"/>
            <a:ext cx="4023360" cy="2103120"/>
            <a:chOff x="0" y="0"/>
            <a:chExt cx="5364480" cy="2804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6448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2560320"/>
                  </a:lnTo>
                  <a:cubicBezTo>
                    <a:pt x="5364480" y="2694940"/>
                    <a:pt x="5255260" y="2804160"/>
                    <a:pt x="5120640" y="2804160"/>
                  </a:cubicBezTo>
                  <a:lnTo>
                    <a:pt x="243840" y="2804160"/>
                  </a:lnTo>
                  <a:cubicBezTo>
                    <a:pt x="109220" y="2804160"/>
                    <a:pt x="0" y="2694940"/>
                    <a:pt x="0" y="25603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716000" y="2706624"/>
            <a:ext cx="768096" cy="768096"/>
            <a:chOff x="0" y="0"/>
            <a:chExt cx="1024128" cy="1024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716000" y="2706624"/>
            <a:ext cx="768096" cy="768096"/>
            <a:chOff x="0" y="0"/>
            <a:chExt cx="1024128" cy="10241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630400" y="2779776"/>
            <a:ext cx="2852928" cy="548640"/>
            <a:chOff x="0" y="0"/>
            <a:chExt cx="3803904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803904" cy="731520"/>
            </a:xfrm>
            <a:custGeom>
              <a:avLst/>
              <a:gdLst/>
              <a:ahLst/>
              <a:cxnLst/>
              <a:rect r="r" b="b" t="t" l="l"/>
              <a:pathLst>
                <a:path h="73152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38039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Lectura sensores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825728" y="3511296"/>
            <a:ext cx="3657600" cy="1060704"/>
            <a:chOff x="0" y="0"/>
            <a:chExt cx="4876800" cy="141427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876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8768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HC-SR04 fijo + móvil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cos(angle) proyección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48640" y="4974336"/>
            <a:ext cx="4023360" cy="2103120"/>
            <a:chOff x="0" y="0"/>
            <a:chExt cx="5364480" cy="28041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6448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2560320"/>
                  </a:lnTo>
                  <a:cubicBezTo>
                    <a:pt x="5364480" y="2694940"/>
                    <a:pt x="5255260" y="2804160"/>
                    <a:pt x="5120640" y="2804160"/>
                  </a:cubicBezTo>
                  <a:lnTo>
                    <a:pt x="243840" y="2804160"/>
                  </a:lnTo>
                  <a:cubicBezTo>
                    <a:pt x="109220" y="2804160"/>
                    <a:pt x="0" y="2694940"/>
                    <a:pt x="0" y="25603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58368" y="5084064"/>
            <a:ext cx="768096" cy="768096"/>
            <a:chOff x="0" y="0"/>
            <a:chExt cx="1024128" cy="10241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58368" y="5084064"/>
            <a:ext cx="768096" cy="768096"/>
            <a:chOff x="0" y="0"/>
            <a:chExt cx="1024128" cy="102412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572768" y="5157216"/>
            <a:ext cx="2852928" cy="548640"/>
            <a:chOff x="0" y="0"/>
            <a:chExt cx="3803904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803904" cy="731520"/>
            </a:xfrm>
            <a:custGeom>
              <a:avLst/>
              <a:gdLst/>
              <a:ahLst/>
              <a:cxnLst/>
              <a:rect r="r" b="b" t="t" l="l"/>
              <a:pathLst>
                <a:path h="73152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38039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¿Peligro? (&lt;65cm)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68096" y="5888736"/>
            <a:ext cx="3657600" cy="1060704"/>
            <a:chOff x="0" y="0"/>
            <a:chExt cx="4876800" cy="141427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876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8768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decide_and_escape()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Escaneo 180° completo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4589526" y="5997702"/>
            <a:ext cx="294132" cy="38100"/>
            <a:chOff x="0" y="0"/>
            <a:chExt cx="392176" cy="50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2176" cy="50800"/>
            </a:xfrm>
            <a:custGeom>
              <a:avLst/>
              <a:gdLst/>
              <a:ahLst/>
              <a:cxnLst/>
              <a:rect r="r" b="b" t="t" l="l"/>
              <a:pathLst>
                <a:path h="50800" w="392176">
                  <a:moveTo>
                    <a:pt x="0" y="0"/>
                  </a:moveTo>
                  <a:lnTo>
                    <a:pt x="392176" y="508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100424" r="0" b="-100424"/>
              </a:stretch>
            </a:blipFill>
            <a:ln w="381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4901184" y="4974336"/>
            <a:ext cx="4023360" cy="2103120"/>
            <a:chOff x="0" y="0"/>
            <a:chExt cx="5364480" cy="28041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6448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2560320"/>
                  </a:lnTo>
                  <a:cubicBezTo>
                    <a:pt x="5364480" y="2694940"/>
                    <a:pt x="5255260" y="2804160"/>
                    <a:pt x="5120640" y="2804160"/>
                  </a:cubicBezTo>
                  <a:lnTo>
                    <a:pt x="243840" y="2804160"/>
                  </a:lnTo>
                  <a:cubicBezTo>
                    <a:pt x="109220" y="2804160"/>
                    <a:pt x="0" y="2694940"/>
                    <a:pt x="0" y="25603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5010912" y="5084064"/>
            <a:ext cx="768096" cy="768096"/>
            <a:chOff x="0" y="0"/>
            <a:chExt cx="1024128" cy="102412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010912" y="5084064"/>
            <a:ext cx="768096" cy="768096"/>
            <a:chOff x="0" y="0"/>
            <a:chExt cx="1024128" cy="102412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5925312" y="5157216"/>
            <a:ext cx="2852928" cy="548640"/>
            <a:chOff x="0" y="0"/>
            <a:chExt cx="3803904" cy="7315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803904" cy="731520"/>
            </a:xfrm>
            <a:custGeom>
              <a:avLst/>
              <a:gdLst/>
              <a:ahLst/>
              <a:cxnLst/>
              <a:rect r="r" b="b" t="t" l="l"/>
              <a:pathLst>
                <a:path h="73152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38039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Giro preciso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5120640" y="5888736"/>
            <a:ext cx="3657600" cy="1060704"/>
            <a:chOff x="0" y="0"/>
            <a:chExt cx="4876800" cy="141427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876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8768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gyro_turn(deg)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elige ángulo más libre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8942070" y="5997702"/>
            <a:ext cx="294132" cy="38100"/>
            <a:chOff x="0" y="0"/>
            <a:chExt cx="392176" cy="508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92176" cy="50800"/>
            </a:xfrm>
            <a:custGeom>
              <a:avLst/>
              <a:gdLst/>
              <a:ahLst/>
              <a:cxnLst/>
              <a:rect r="r" b="b" t="t" l="l"/>
              <a:pathLst>
                <a:path h="50800" w="392176">
                  <a:moveTo>
                    <a:pt x="0" y="0"/>
                  </a:moveTo>
                  <a:lnTo>
                    <a:pt x="392176" y="508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100424" r="0" b="-100424"/>
              </a:stretch>
            </a:blipFill>
            <a:ln w="381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9253728" y="4974336"/>
            <a:ext cx="4023360" cy="2103120"/>
            <a:chOff x="0" y="0"/>
            <a:chExt cx="5364480" cy="28041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36448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2560320"/>
                  </a:lnTo>
                  <a:cubicBezTo>
                    <a:pt x="5364480" y="2694940"/>
                    <a:pt x="5255260" y="2804160"/>
                    <a:pt x="5120640" y="2804160"/>
                  </a:cubicBezTo>
                  <a:lnTo>
                    <a:pt x="243840" y="2804160"/>
                  </a:lnTo>
                  <a:cubicBezTo>
                    <a:pt x="109220" y="2804160"/>
                    <a:pt x="0" y="2694940"/>
                    <a:pt x="0" y="25603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363456" y="5084064"/>
            <a:ext cx="768096" cy="768096"/>
            <a:chOff x="0" y="0"/>
            <a:chExt cx="1024128" cy="102412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363456" y="5084064"/>
            <a:ext cx="768096" cy="768096"/>
            <a:chOff x="0" y="0"/>
            <a:chExt cx="1024128" cy="102412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277856" y="5157216"/>
            <a:ext cx="2852928" cy="548640"/>
            <a:chOff x="0" y="0"/>
            <a:chExt cx="3803904" cy="73152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803904" cy="731520"/>
            </a:xfrm>
            <a:custGeom>
              <a:avLst/>
              <a:gdLst/>
              <a:ahLst/>
              <a:cxnLst/>
              <a:rect r="r" b="b" t="t" l="l"/>
              <a:pathLst>
                <a:path h="73152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38039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Avance libre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473184" y="5888736"/>
            <a:ext cx="3657600" cy="1060704"/>
            <a:chOff x="0" y="0"/>
            <a:chExt cx="4876800" cy="141427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876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48768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forward() + PID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Kp=400 corrección gyro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3294614" y="5997702"/>
            <a:ext cx="294132" cy="38100"/>
            <a:chOff x="0" y="0"/>
            <a:chExt cx="392176" cy="508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92176" cy="50800"/>
            </a:xfrm>
            <a:custGeom>
              <a:avLst/>
              <a:gdLst/>
              <a:ahLst/>
              <a:cxnLst/>
              <a:rect r="r" b="b" t="t" l="l"/>
              <a:pathLst>
                <a:path h="50800" w="392176">
                  <a:moveTo>
                    <a:pt x="0" y="0"/>
                  </a:moveTo>
                  <a:lnTo>
                    <a:pt x="392176" y="508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100424" r="0" b="-100424"/>
              </a:stretch>
            </a:blipFill>
            <a:ln w="381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13606272" y="4974336"/>
            <a:ext cx="4023360" cy="2103120"/>
            <a:chOff x="0" y="0"/>
            <a:chExt cx="5364480" cy="280416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36448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2560320"/>
                  </a:lnTo>
                  <a:cubicBezTo>
                    <a:pt x="5364480" y="2694940"/>
                    <a:pt x="5255260" y="2804160"/>
                    <a:pt x="5120640" y="2804160"/>
                  </a:cubicBezTo>
                  <a:lnTo>
                    <a:pt x="243840" y="2804160"/>
                  </a:lnTo>
                  <a:cubicBezTo>
                    <a:pt x="109220" y="2804160"/>
                    <a:pt x="0" y="2694940"/>
                    <a:pt x="0" y="25603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716000" y="5084064"/>
            <a:ext cx="768096" cy="768096"/>
            <a:chOff x="0" y="0"/>
            <a:chExt cx="1024128" cy="102412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716000" y="5084064"/>
            <a:ext cx="768096" cy="768096"/>
            <a:chOff x="0" y="0"/>
            <a:chExt cx="1024128" cy="102412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4630400" y="5157216"/>
            <a:ext cx="2852928" cy="548640"/>
            <a:chOff x="0" y="0"/>
            <a:chExt cx="3803904" cy="73152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803904" cy="731520"/>
            </a:xfrm>
            <a:custGeom>
              <a:avLst/>
              <a:gdLst/>
              <a:ahLst/>
              <a:cxnLst/>
              <a:rect r="r" b="b" t="t" l="l"/>
              <a:pathLst>
                <a:path h="73152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38039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DHT22 cada 5s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3825728" y="5888736"/>
            <a:ext cx="3657600" cy="1060704"/>
            <a:chOff x="0" y="0"/>
            <a:chExt cx="4876800" cy="141427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876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48768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Temperatura batería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11.1V LiPo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548640" y="7461504"/>
            <a:ext cx="10058400" cy="512064"/>
            <a:chOff x="0" y="0"/>
            <a:chExt cx="13411200" cy="68275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3411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13411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TELEMETRÍA JSON ENVIADA (cada 150ms)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548640" y="8010144"/>
            <a:ext cx="10058400" cy="2048256"/>
            <a:chOff x="0" y="0"/>
            <a:chExt cx="13411200" cy="273100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3411200" cy="2731008"/>
            </a:xfrm>
            <a:custGeom>
              <a:avLst/>
              <a:gdLst/>
              <a:ahLst/>
              <a:cxnLst/>
              <a:rect r="r" b="b" t="t" l="l"/>
              <a:pathLst>
                <a:path h="2731008" w="134112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3216128" y="0"/>
                  </a:lnTo>
                  <a:cubicBezTo>
                    <a:pt x="13323824" y="0"/>
                    <a:pt x="13411200" y="87376"/>
                    <a:pt x="13411200" y="195072"/>
                  </a:cubicBezTo>
                  <a:lnTo>
                    <a:pt x="13411200" y="2535936"/>
                  </a:lnTo>
                  <a:cubicBezTo>
                    <a:pt x="13411200" y="2643632"/>
                    <a:pt x="13323824" y="2731008"/>
                    <a:pt x="13216128" y="2731008"/>
                  </a:cubicBezTo>
                  <a:lnTo>
                    <a:pt x="195072" y="2731008"/>
                  </a:lnTo>
                  <a:cubicBezTo>
                    <a:pt x="87376" y="2731008"/>
                    <a:pt x="0" y="2643632"/>
                    <a:pt x="0" y="2535936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822960" y="8046720"/>
            <a:ext cx="9509760" cy="1975104"/>
            <a:chOff x="0" y="0"/>
            <a:chExt cx="12679680" cy="263347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2679680" cy="2633472"/>
            </a:xfrm>
            <a:custGeom>
              <a:avLst/>
              <a:gdLst/>
              <a:ahLst/>
              <a:cxnLst/>
              <a:rect r="r" b="b" t="t" l="l"/>
              <a:pathLst>
                <a:path h="263347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9525"/>
              <a:ext cx="12679680" cy="2642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 "dispositivo_id": 1,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"hcsr04": { "distancia_cm": X, "angulo_servo": X },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"gy50": { "gyro_z": heading_acumulado },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"motores": { "motor_der": {...}, "motor_izq": {...} },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"dht22": { "temperatura": X }  // cada 5s }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645920"/>
            <a:ext cx="18288000" cy="146304"/>
            <a:chOff x="0" y="0"/>
            <a:chExt cx="24384000" cy="19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274320"/>
            <a:ext cx="1005840" cy="1005840"/>
            <a:chOff x="0" y="0"/>
            <a:chExt cx="1341120" cy="134112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28800" y="219456"/>
            <a:ext cx="13716000" cy="1188720"/>
            <a:chOff x="0" y="0"/>
            <a:chExt cx="1828800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82880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P6 — Dashboard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920240"/>
            <a:ext cx="17190720" cy="512064"/>
            <a:chOff x="0" y="0"/>
            <a:chExt cx="2292096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920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99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STACK UTILIZADO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2560320"/>
            <a:ext cx="3200400" cy="2011680"/>
            <a:chOff x="0" y="0"/>
            <a:chExt cx="4267200" cy="2682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672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2672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023360" y="0"/>
                  </a:lnTo>
                  <a:cubicBezTo>
                    <a:pt x="4157980" y="0"/>
                    <a:pt x="4267200" y="109220"/>
                    <a:pt x="4267200" y="243840"/>
                  </a:cubicBezTo>
                  <a:lnTo>
                    <a:pt x="4267200" y="2438400"/>
                  </a:lnTo>
                  <a:cubicBezTo>
                    <a:pt x="4267200" y="2573020"/>
                    <a:pt x="4157980" y="2682240"/>
                    <a:pt x="402336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00784" y="2743200"/>
            <a:ext cx="914400" cy="914400"/>
            <a:chOff x="0" y="0"/>
            <a:chExt cx="121920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31520" y="3767328"/>
            <a:ext cx="2834640" cy="512064"/>
            <a:chOff x="0" y="0"/>
            <a:chExt cx="3779520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Recharts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4944" y="4297680"/>
            <a:ext cx="2926080" cy="219456"/>
            <a:chOff x="0" y="0"/>
            <a:chExt cx="3901440" cy="2926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01440" cy="292608"/>
            </a:xfrm>
            <a:custGeom>
              <a:avLst/>
              <a:gdLst/>
              <a:ahLst/>
              <a:cxnLst/>
              <a:rect r="r" b="b" t="t" l="l"/>
              <a:pathLst>
                <a:path h="29260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901440" cy="321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· gráficas nativas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023360" y="2560320"/>
            <a:ext cx="3200400" cy="2011680"/>
            <a:chOff x="0" y="0"/>
            <a:chExt cx="4267200" cy="2682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672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2672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023360" y="0"/>
                  </a:lnTo>
                  <a:cubicBezTo>
                    <a:pt x="4157980" y="0"/>
                    <a:pt x="4267200" y="109220"/>
                    <a:pt x="4267200" y="243840"/>
                  </a:cubicBezTo>
                  <a:lnTo>
                    <a:pt x="4267200" y="2438400"/>
                  </a:lnTo>
                  <a:cubicBezTo>
                    <a:pt x="4267200" y="2573020"/>
                    <a:pt x="4157980" y="2682240"/>
                    <a:pt x="402336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175504" y="2743200"/>
            <a:ext cx="914400" cy="914400"/>
            <a:chOff x="0" y="0"/>
            <a:chExt cx="121920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206240" y="3767328"/>
            <a:ext cx="2834640" cy="512064"/>
            <a:chOff x="0" y="0"/>
            <a:chExt cx="377952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Node.js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Express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169664" y="4297680"/>
            <a:ext cx="2926080" cy="219456"/>
            <a:chOff x="0" y="0"/>
            <a:chExt cx="3901440" cy="2926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01440" cy="292608"/>
            </a:xfrm>
            <a:custGeom>
              <a:avLst/>
              <a:gdLst/>
              <a:ahLst/>
              <a:cxnLst/>
              <a:rect r="r" b="b" t="t" l="l"/>
              <a:pathLst>
                <a:path h="29260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901440" cy="321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· API REST + WS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498080" y="2560320"/>
            <a:ext cx="3200400" cy="2011680"/>
            <a:chOff x="0" y="0"/>
            <a:chExt cx="4267200" cy="2682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672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2672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023360" y="0"/>
                  </a:lnTo>
                  <a:cubicBezTo>
                    <a:pt x="4157980" y="0"/>
                    <a:pt x="4267200" y="109220"/>
                    <a:pt x="4267200" y="243840"/>
                  </a:cubicBezTo>
                  <a:lnTo>
                    <a:pt x="4267200" y="2438400"/>
                  </a:lnTo>
                  <a:cubicBezTo>
                    <a:pt x="4267200" y="2573020"/>
                    <a:pt x="4157980" y="2682240"/>
                    <a:pt x="402336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650224" y="2743200"/>
            <a:ext cx="914400" cy="914400"/>
            <a:chOff x="0" y="0"/>
            <a:chExt cx="12192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680960" y="3767328"/>
            <a:ext cx="2834640" cy="512064"/>
            <a:chOff x="0" y="0"/>
            <a:chExt cx="377952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WebSocket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(ws library)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44384" y="4297680"/>
            <a:ext cx="2926080" cy="219456"/>
            <a:chOff x="0" y="0"/>
            <a:chExt cx="3901440" cy="2926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01440" cy="292608"/>
            </a:xfrm>
            <a:custGeom>
              <a:avLst/>
              <a:gdLst/>
              <a:ahLst/>
              <a:cxnLst/>
              <a:rect r="r" b="b" t="t" l="l"/>
              <a:pathLst>
                <a:path h="29260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3901440" cy="321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Push tiempo real al browser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72800" y="2560320"/>
            <a:ext cx="3200400" cy="2011680"/>
            <a:chOff x="0" y="0"/>
            <a:chExt cx="4267200" cy="26822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672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2672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023360" y="0"/>
                  </a:lnTo>
                  <a:cubicBezTo>
                    <a:pt x="4157980" y="0"/>
                    <a:pt x="4267200" y="109220"/>
                    <a:pt x="4267200" y="243840"/>
                  </a:cubicBezTo>
                  <a:lnTo>
                    <a:pt x="4267200" y="2438400"/>
                  </a:lnTo>
                  <a:cubicBezTo>
                    <a:pt x="4267200" y="2573020"/>
                    <a:pt x="4157980" y="2682240"/>
                    <a:pt x="402336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124944" y="2743200"/>
            <a:ext cx="914400" cy="914400"/>
            <a:chOff x="0" y="0"/>
            <a:chExt cx="1219200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155680" y="3767328"/>
            <a:ext cx="2834640" cy="512064"/>
            <a:chOff x="0" y="0"/>
            <a:chExt cx="3779520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119104" y="4297680"/>
            <a:ext cx="2926080" cy="219456"/>
            <a:chOff x="0" y="0"/>
            <a:chExt cx="3901440" cy="2926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01440" cy="292608"/>
            </a:xfrm>
            <a:custGeom>
              <a:avLst/>
              <a:gdLst/>
              <a:ahLst/>
              <a:cxnLst/>
              <a:rect r="r" b="b" t="t" l="l"/>
              <a:pathLst>
                <a:path h="29260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3901440" cy="321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Persistencia de métricas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447520" y="2560320"/>
            <a:ext cx="3200400" cy="2011680"/>
            <a:chOff x="0" y="0"/>
            <a:chExt cx="4267200" cy="26822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672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2672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023360" y="0"/>
                  </a:lnTo>
                  <a:cubicBezTo>
                    <a:pt x="4157980" y="0"/>
                    <a:pt x="4267200" y="109220"/>
                    <a:pt x="4267200" y="243840"/>
                  </a:cubicBezTo>
                  <a:lnTo>
                    <a:pt x="4267200" y="2438400"/>
                  </a:lnTo>
                  <a:cubicBezTo>
                    <a:pt x="4267200" y="2573020"/>
                    <a:pt x="4157980" y="2682240"/>
                    <a:pt x="402336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5599664" y="2743200"/>
            <a:ext cx="914400" cy="914400"/>
            <a:chOff x="0" y="0"/>
            <a:chExt cx="121920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630400" y="3767328"/>
            <a:ext cx="2834640" cy="512064"/>
            <a:chOff x="0" y="0"/>
            <a:chExt cx="377952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JWT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bcrypt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593824" y="4297680"/>
            <a:ext cx="2926080" cy="219456"/>
            <a:chOff x="0" y="0"/>
            <a:chExt cx="3901440" cy="29260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01440" cy="292608"/>
            </a:xfrm>
            <a:custGeom>
              <a:avLst/>
              <a:gdLst/>
              <a:ahLst/>
              <a:cxnLst/>
              <a:rect r="r" b="b" t="t" l="l"/>
              <a:pathLst>
                <a:path h="29260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3901440" cy="321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 seguro · 8h expiry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48640" y="4901184"/>
            <a:ext cx="10972800" cy="512064"/>
            <a:chOff x="0" y="0"/>
            <a:chExt cx="1463040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46304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99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MÉTRICAS VISUALIZADAS EN TIEMPO REAL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48640" y="5577840"/>
            <a:ext cx="8412480" cy="914400"/>
            <a:chOff x="0" y="0"/>
            <a:chExt cx="11216640" cy="1219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11045952" y="0"/>
                  </a:lnTo>
                  <a:cubicBezTo>
                    <a:pt x="11140186" y="0"/>
                    <a:pt x="11216640" y="76454"/>
                    <a:pt x="11216640" y="170688"/>
                  </a:cubicBezTo>
                  <a:lnTo>
                    <a:pt x="11216640" y="1048512"/>
                  </a:lnTo>
                  <a:cubicBezTo>
                    <a:pt x="11216640" y="1142746"/>
                    <a:pt x="11140186" y="1219200"/>
                    <a:pt x="11045952" y="1219200"/>
                  </a:cubicBezTo>
                  <a:lnTo>
                    <a:pt x="170688" y="1219200"/>
                  </a:lnTo>
                  <a:cubicBezTo>
                    <a:pt x="76454" y="1219200"/>
                    <a:pt x="0" y="1142746"/>
                    <a:pt x="0" y="1048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31520" y="5724144"/>
            <a:ext cx="640080" cy="621792"/>
            <a:chOff x="0" y="0"/>
            <a:chExt cx="853440" cy="82905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53440" cy="829056"/>
            </a:xfrm>
            <a:custGeom>
              <a:avLst/>
              <a:gdLst/>
              <a:ahLst/>
              <a:cxnLst/>
              <a:rect r="r" b="b" t="t" l="l"/>
              <a:pathLst>
                <a:path h="829056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637" t="0" r="-74637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8534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🌡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99616" y="5650992"/>
            <a:ext cx="2926080" cy="402336"/>
            <a:chOff x="0" y="0"/>
            <a:chExt cx="3901440" cy="5364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901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Temperatura batería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99616" y="6053328"/>
            <a:ext cx="7223760" cy="365760"/>
            <a:chOff x="0" y="0"/>
            <a:chExt cx="9631680" cy="487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631680" cy="487680"/>
            </a:xfrm>
            <a:custGeom>
              <a:avLst/>
              <a:gdLst/>
              <a:ahLst/>
              <a:cxnLst/>
              <a:rect r="r" b="b" t="t" l="l"/>
              <a:pathLst>
                <a:path h="48768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4829" r="0" b="-33482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631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Barras animadas + ComposedChart histórico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509760" y="5577840"/>
            <a:ext cx="8412480" cy="914400"/>
            <a:chOff x="0" y="0"/>
            <a:chExt cx="11216640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11045952" y="0"/>
                  </a:lnTo>
                  <a:cubicBezTo>
                    <a:pt x="11140186" y="0"/>
                    <a:pt x="11216640" y="76454"/>
                    <a:pt x="11216640" y="170688"/>
                  </a:cubicBezTo>
                  <a:lnTo>
                    <a:pt x="11216640" y="1048512"/>
                  </a:lnTo>
                  <a:cubicBezTo>
                    <a:pt x="11216640" y="1142746"/>
                    <a:pt x="11140186" y="1219200"/>
                    <a:pt x="11045952" y="1219200"/>
                  </a:cubicBezTo>
                  <a:lnTo>
                    <a:pt x="170688" y="1219200"/>
                  </a:lnTo>
                  <a:cubicBezTo>
                    <a:pt x="76454" y="1219200"/>
                    <a:pt x="0" y="1142746"/>
                    <a:pt x="0" y="1048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692640" y="5724144"/>
            <a:ext cx="640080" cy="621792"/>
            <a:chOff x="0" y="0"/>
            <a:chExt cx="853440" cy="8290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53440" cy="829056"/>
            </a:xfrm>
            <a:custGeom>
              <a:avLst/>
              <a:gdLst/>
              <a:ahLst/>
              <a:cxnLst/>
              <a:rect r="r" b="b" t="t" l="l"/>
              <a:pathLst>
                <a:path h="829056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637" t="0" r="-74637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8534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💧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460736" y="5650992"/>
            <a:ext cx="2926080" cy="402336"/>
            <a:chOff x="0" y="0"/>
            <a:chExt cx="3901440" cy="5364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901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Humedad batería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460736" y="6053328"/>
            <a:ext cx="7223760" cy="365760"/>
            <a:chOff x="0" y="0"/>
            <a:chExt cx="9631680" cy="4876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631680" cy="487680"/>
            </a:xfrm>
            <a:custGeom>
              <a:avLst/>
              <a:gdLst/>
              <a:ahLst/>
              <a:cxnLst/>
              <a:rect r="r" b="b" t="t" l="l"/>
              <a:pathLst>
                <a:path h="48768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4829" r="0" b="-33482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631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Barras animadas · sensor DHT22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48640" y="6638544"/>
            <a:ext cx="8412480" cy="914400"/>
            <a:chOff x="0" y="0"/>
            <a:chExt cx="11216640" cy="1219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11045952" y="0"/>
                  </a:lnTo>
                  <a:cubicBezTo>
                    <a:pt x="11140186" y="0"/>
                    <a:pt x="11216640" y="76454"/>
                    <a:pt x="11216640" y="170688"/>
                  </a:cubicBezTo>
                  <a:lnTo>
                    <a:pt x="11216640" y="1048512"/>
                  </a:lnTo>
                  <a:cubicBezTo>
                    <a:pt x="11216640" y="1142746"/>
                    <a:pt x="11140186" y="1219200"/>
                    <a:pt x="11045952" y="1219200"/>
                  </a:cubicBezTo>
                  <a:lnTo>
                    <a:pt x="170688" y="1219200"/>
                  </a:lnTo>
                  <a:cubicBezTo>
                    <a:pt x="76454" y="1219200"/>
                    <a:pt x="0" y="1142746"/>
                    <a:pt x="0" y="1048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731520" y="6784848"/>
            <a:ext cx="640080" cy="621792"/>
            <a:chOff x="0" y="0"/>
            <a:chExt cx="853440" cy="82905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53440" cy="829056"/>
            </a:xfrm>
            <a:custGeom>
              <a:avLst/>
              <a:gdLst/>
              <a:ahLst/>
              <a:cxnLst/>
              <a:rect r="r" b="b" t="t" l="l"/>
              <a:pathLst>
                <a:path h="829056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637" t="0" r="-74637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8534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🧭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99616" y="6711696"/>
            <a:ext cx="2926080" cy="402336"/>
            <a:chOff x="0" y="0"/>
            <a:chExt cx="3901440" cy="53644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3901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Heading (giroscopio)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99616" y="7114032"/>
            <a:ext cx="7223760" cy="365760"/>
            <a:chOff x="0" y="0"/>
            <a:chExt cx="9631680" cy="4876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631680" cy="487680"/>
            </a:xfrm>
            <a:custGeom>
              <a:avLst/>
              <a:gdLst/>
              <a:ahLst/>
              <a:cxnLst/>
              <a:rect r="r" b="b" t="t" l="l"/>
              <a:pathLst>
                <a:path h="48768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4829" r="0" b="-334829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9631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SVG Brújula · GY-50 Yaw acumulado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509760" y="6638544"/>
            <a:ext cx="8412480" cy="914400"/>
            <a:chOff x="0" y="0"/>
            <a:chExt cx="11216640" cy="12192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11045952" y="0"/>
                  </a:lnTo>
                  <a:cubicBezTo>
                    <a:pt x="11140186" y="0"/>
                    <a:pt x="11216640" y="76454"/>
                    <a:pt x="11216640" y="170688"/>
                  </a:cubicBezTo>
                  <a:lnTo>
                    <a:pt x="11216640" y="1048512"/>
                  </a:lnTo>
                  <a:cubicBezTo>
                    <a:pt x="11216640" y="1142746"/>
                    <a:pt x="11140186" y="1219200"/>
                    <a:pt x="11045952" y="1219200"/>
                  </a:cubicBezTo>
                  <a:lnTo>
                    <a:pt x="170688" y="1219200"/>
                  </a:lnTo>
                  <a:cubicBezTo>
                    <a:pt x="76454" y="1219200"/>
                    <a:pt x="0" y="1142746"/>
                    <a:pt x="0" y="1048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692640" y="6784848"/>
            <a:ext cx="640080" cy="621792"/>
            <a:chOff x="0" y="0"/>
            <a:chExt cx="853440" cy="82905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53440" cy="829056"/>
            </a:xfrm>
            <a:custGeom>
              <a:avLst/>
              <a:gdLst/>
              <a:ahLst/>
              <a:cxnLst/>
              <a:rect r="r" b="b" t="t" l="l"/>
              <a:pathLst>
                <a:path h="829056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637" t="0" r="-74637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8534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📡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460736" y="6711696"/>
            <a:ext cx="2926080" cy="402336"/>
            <a:chOff x="0" y="0"/>
            <a:chExt cx="3901440" cy="53644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3901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Distancias HC-SR04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460736" y="7114032"/>
            <a:ext cx="7223760" cy="365760"/>
            <a:chOff x="0" y="0"/>
            <a:chExt cx="9631680" cy="4876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631680" cy="487680"/>
            </a:xfrm>
            <a:custGeom>
              <a:avLst/>
              <a:gdLst/>
              <a:ahLst/>
              <a:cxnLst/>
              <a:rect r="r" b="b" t="t" l="l"/>
              <a:pathLst>
                <a:path h="48768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4829" r="0" b="-334829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9631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AreaChart fijo · LineChart 5 ángulos móvil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548640" y="7699248"/>
            <a:ext cx="8412480" cy="914400"/>
            <a:chOff x="0" y="0"/>
            <a:chExt cx="11216640" cy="12192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11045952" y="0"/>
                  </a:lnTo>
                  <a:cubicBezTo>
                    <a:pt x="11140186" y="0"/>
                    <a:pt x="11216640" y="76454"/>
                    <a:pt x="11216640" y="170688"/>
                  </a:cubicBezTo>
                  <a:lnTo>
                    <a:pt x="11216640" y="1048512"/>
                  </a:lnTo>
                  <a:cubicBezTo>
                    <a:pt x="11216640" y="1142746"/>
                    <a:pt x="11140186" y="1219200"/>
                    <a:pt x="11045952" y="1219200"/>
                  </a:cubicBezTo>
                  <a:lnTo>
                    <a:pt x="170688" y="1219200"/>
                  </a:lnTo>
                  <a:cubicBezTo>
                    <a:pt x="76454" y="1219200"/>
                    <a:pt x="0" y="1142746"/>
                    <a:pt x="0" y="1048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731520" y="7845552"/>
            <a:ext cx="640080" cy="621792"/>
            <a:chOff x="0" y="0"/>
            <a:chExt cx="853440" cy="82905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53440" cy="829056"/>
            </a:xfrm>
            <a:custGeom>
              <a:avLst/>
              <a:gdLst/>
              <a:ahLst/>
              <a:cxnLst/>
              <a:rect r="r" b="b" t="t" l="l"/>
              <a:pathLst>
                <a:path h="829056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637" t="0" r="-74637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8534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⚙️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499616" y="7772400"/>
            <a:ext cx="2926080" cy="402336"/>
            <a:chOff x="0" y="0"/>
            <a:chExt cx="3901440" cy="5364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3901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Motores DC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499616" y="8174736"/>
            <a:ext cx="7223760" cy="365760"/>
            <a:chOff x="0" y="0"/>
            <a:chExt cx="9631680" cy="4876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631680" cy="487680"/>
            </a:xfrm>
            <a:custGeom>
              <a:avLst/>
              <a:gdLst/>
              <a:ahLst/>
              <a:cxnLst/>
              <a:rect r="r" b="b" t="t" l="l"/>
              <a:pathLst>
                <a:path h="48768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4829" r="0" b="-334829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9631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PWM duty % + dirección adelante/atrás/stop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509760" y="7699248"/>
            <a:ext cx="8412480" cy="914400"/>
            <a:chOff x="0" y="0"/>
            <a:chExt cx="11216640" cy="12192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11045952" y="0"/>
                  </a:lnTo>
                  <a:cubicBezTo>
                    <a:pt x="11140186" y="0"/>
                    <a:pt x="11216640" y="76454"/>
                    <a:pt x="11216640" y="170688"/>
                  </a:cubicBezTo>
                  <a:lnTo>
                    <a:pt x="11216640" y="1048512"/>
                  </a:lnTo>
                  <a:cubicBezTo>
                    <a:pt x="11216640" y="1142746"/>
                    <a:pt x="11140186" y="1219200"/>
                    <a:pt x="11045952" y="1219200"/>
                  </a:cubicBezTo>
                  <a:lnTo>
                    <a:pt x="170688" y="1219200"/>
                  </a:lnTo>
                  <a:cubicBezTo>
                    <a:pt x="76454" y="1219200"/>
                    <a:pt x="0" y="1142746"/>
                    <a:pt x="0" y="1048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9692640" y="7845552"/>
            <a:ext cx="640080" cy="621792"/>
            <a:chOff x="0" y="0"/>
            <a:chExt cx="853440" cy="8290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853440" cy="829056"/>
            </a:xfrm>
            <a:custGeom>
              <a:avLst/>
              <a:gdLst/>
              <a:ahLst/>
              <a:cxnLst/>
              <a:rect r="r" b="b" t="t" l="l"/>
              <a:pathLst>
                <a:path h="829056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637" t="0" r="-74637" b="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8534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📋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0460736" y="7772400"/>
            <a:ext cx="2926080" cy="402336"/>
            <a:chOff x="0" y="0"/>
            <a:chExt cx="3901440" cy="53644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3901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 Auditoría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0460736" y="8174736"/>
            <a:ext cx="7223760" cy="365760"/>
            <a:chOff x="0" y="0"/>
            <a:chExt cx="9631680" cy="48768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9631680" cy="487680"/>
            </a:xfrm>
            <a:custGeom>
              <a:avLst/>
              <a:gdLst/>
              <a:ahLst/>
              <a:cxnLst/>
              <a:rect r="r" b="b" t="t" l="l"/>
              <a:pathLst>
                <a:path h="48768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4829" r="0" b="-334829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9631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Eventos del sistema en tabla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DAHMNk6HFiM</dc:identifier>
  <dcterms:modified xsi:type="dcterms:W3CDTF">2011-08-01T06:04:30Z</dcterms:modified>
  <cp:revision>1</cp:revision>
  <dc:title>drako_presentacion.pptx</dc:title>
</cp:coreProperties>
</file>